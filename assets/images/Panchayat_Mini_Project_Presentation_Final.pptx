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media/image5.png" ContentType="image/png"/>
  <Override PartName="/ppt/media/image4.jpeg" ContentType="image/jpeg"/>
  <Override PartName="/ppt/media/image3.jpeg" ContentType="image/jpeg"/>
  <Override PartName="/ppt/media/image1.jpeg" ContentType="image/jpeg"/>
  <Override PartName="/ppt/media/image2.jpeg" ContentType="image/jpeg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entation.xml" ContentType="application/vnd.openxmlformats-officedocument.presentationml.presentation.main+xml"/>
  <Override PartName="/ppt/theme/theme3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_rels/slideLayout36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6.xml.rels" ContentType="application/vnd.openxmlformats-package.relationships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9144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443600" y="804600"/>
            <a:ext cx="6571080" cy="10490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1443600" y="2015640"/>
            <a:ext cx="6571080" cy="34502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443600" y="804600"/>
            <a:ext cx="6571080" cy="10490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443600" y="2015640"/>
            <a:ext cx="6571080" cy="3450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443600" y="804600"/>
            <a:ext cx="6571080" cy="10490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443600" y="2015640"/>
            <a:ext cx="3206520" cy="3450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810680" y="2015640"/>
            <a:ext cx="3206520" cy="3450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443600" y="804600"/>
            <a:ext cx="6571080" cy="10490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1443600" y="804600"/>
            <a:ext cx="6571080" cy="48639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443600" y="804600"/>
            <a:ext cx="6571080" cy="10490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1443600" y="2015640"/>
            <a:ext cx="32065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810680" y="2015640"/>
            <a:ext cx="3206520" cy="3450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1443600" y="3817800"/>
            <a:ext cx="32065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443600" y="804600"/>
            <a:ext cx="6571080" cy="10490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1443600" y="2015640"/>
            <a:ext cx="3206520" cy="3450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810680" y="2015640"/>
            <a:ext cx="32065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810680" y="3817800"/>
            <a:ext cx="32065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443600" y="804600"/>
            <a:ext cx="6571080" cy="10490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1443600" y="2015640"/>
            <a:ext cx="32065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810680" y="2015640"/>
            <a:ext cx="32065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1443600" y="3817800"/>
            <a:ext cx="657108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443600" y="804600"/>
            <a:ext cx="6571080" cy="10490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1443600" y="2015640"/>
            <a:ext cx="657108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1443600" y="3817800"/>
            <a:ext cx="657108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443600" y="804600"/>
            <a:ext cx="6571080" cy="10490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1443600" y="2015640"/>
            <a:ext cx="32065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810680" y="2015640"/>
            <a:ext cx="32065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1443600" y="3817800"/>
            <a:ext cx="32065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810680" y="3817800"/>
            <a:ext cx="32065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443600" y="804600"/>
            <a:ext cx="6571080" cy="10490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1443600" y="2015640"/>
            <a:ext cx="21157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3665520" y="2015640"/>
            <a:ext cx="21157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5887440" y="2015640"/>
            <a:ext cx="21157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1443600" y="3817800"/>
            <a:ext cx="21157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body"/>
          </p:nvPr>
        </p:nvSpPr>
        <p:spPr>
          <a:xfrm>
            <a:off x="3665520" y="3817800"/>
            <a:ext cx="21157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body"/>
          </p:nvPr>
        </p:nvSpPr>
        <p:spPr>
          <a:xfrm>
            <a:off x="5887440" y="3817800"/>
            <a:ext cx="21157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443600" y="804600"/>
            <a:ext cx="6571080" cy="10490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1443600" y="2015640"/>
            <a:ext cx="6571080" cy="34502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443600" y="804600"/>
            <a:ext cx="6571080" cy="10490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1443600" y="2015640"/>
            <a:ext cx="6571080" cy="3450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443600" y="804600"/>
            <a:ext cx="6571080" cy="10490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1443600" y="2015640"/>
            <a:ext cx="3206520" cy="3450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4810680" y="2015640"/>
            <a:ext cx="3206520" cy="3450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443600" y="804600"/>
            <a:ext cx="6571080" cy="10490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ubTitle"/>
          </p:nvPr>
        </p:nvSpPr>
        <p:spPr>
          <a:xfrm>
            <a:off x="1443600" y="804600"/>
            <a:ext cx="6571080" cy="48639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443600" y="804600"/>
            <a:ext cx="6571080" cy="10490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1443600" y="2015640"/>
            <a:ext cx="32065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810680" y="2015640"/>
            <a:ext cx="3206520" cy="3450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1443600" y="3817800"/>
            <a:ext cx="32065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443600" y="804600"/>
            <a:ext cx="6571080" cy="10490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1443600" y="2015640"/>
            <a:ext cx="3206520" cy="3450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810680" y="2015640"/>
            <a:ext cx="32065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4810680" y="3817800"/>
            <a:ext cx="32065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443600" y="804600"/>
            <a:ext cx="6571080" cy="10490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1443600" y="2015640"/>
            <a:ext cx="32065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810680" y="2015640"/>
            <a:ext cx="32065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1443600" y="3817800"/>
            <a:ext cx="657108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443600" y="804600"/>
            <a:ext cx="6571080" cy="10490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1443600" y="2015640"/>
            <a:ext cx="657108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1443600" y="3817800"/>
            <a:ext cx="657108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443600" y="804600"/>
            <a:ext cx="6571080" cy="10490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1443600" y="2015640"/>
            <a:ext cx="32065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4810680" y="2015640"/>
            <a:ext cx="32065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body"/>
          </p:nvPr>
        </p:nvSpPr>
        <p:spPr>
          <a:xfrm>
            <a:off x="1443600" y="3817800"/>
            <a:ext cx="32065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body"/>
          </p:nvPr>
        </p:nvSpPr>
        <p:spPr>
          <a:xfrm>
            <a:off x="4810680" y="3817800"/>
            <a:ext cx="32065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443600" y="804600"/>
            <a:ext cx="6571080" cy="10490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1443600" y="2015640"/>
            <a:ext cx="21157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body"/>
          </p:nvPr>
        </p:nvSpPr>
        <p:spPr>
          <a:xfrm>
            <a:off x="3665520" y="2015640"/>
            <a:ext cx="21157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body"/>
          </p:nvPr>
        </p:nvSpPr>
        <p:spPr>
          <a:xfrm>
            <a:off x="5887440" y="2015640"/>
            <a:ext cx="21157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body"/>
          </p:nvPr>
        </p:nvSpPr>
        <p:spPr>
          <a:xfrm>
            <a:off x="1443600" y="3817800"/>
            <a:ext cx="21157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 type="body"/>
          </p:nvPr>
        </p:nvSpPr>
        <p:spPr>
          <a:xfrm>
            <a:off x="3665520" y="3817800"/>
            <a:ext cx="21157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89" name="PlaceHolder 7"/>
          <p:cNvSpPr>
            <a:spLocks noGrp="1"/>
          </p:cNvSpPr>
          <p:nvPr>
            <p:ph type="body"/>
          </p:nvPr>
        </p:nvSpPr>
        <p:spPr>
          <a:xfrm>
            <a:off x="5887440" y="3817800"/>
            <a:ext cx="21157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443600" y="804600"/>
            <a:ext cx="6571080" cy="10490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subTitle"/>
          </p:nvPr>
        </p:nvSpPr>
        <p:spPr>
          <a:xfrm>
            <a:off x="1443600" y="2015640"/>
            <a:ext cx="6571080" cy="34502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443600" y="804600"/>
            <a:ext cx="6571080" cy="10490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1443600" y="2015640"/>
            <a:ext cx="6571080" cy="3450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1443600" y="804600"/>
            <a:ext cx="6571080" cy="10490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1443600" y="2015640"/>
            <a:ext cx="3206520" cy="3450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4810680" y="2015640"/>
            <a:ext cx="3206520" cy="3450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443600" y="804600"/>
            <a:ext cx="6571080" cy="10490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subTitle"/>
          </p:nvPr>
        </p:nvSpPr>
        <p:spPr>
          <a:xfrm>
            <a:off x="1443600" y="804600"/>
            <a:ext cx="6571080" cy="48639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443600" y="804600"/>
            <a:ext cx="6571080" cy="10490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1443600" y="2015640"/>
            <a:ext cx="32065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4810680" y="2015640"/>
            <a:ext cx="3206520" cy="3450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1443600" y="3817800"/>
            <a:ext cx="32065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443600" y="804600"/>
            <a:ext cx="6571080" cy="10490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1443600" y="2015640"/>
            <a:ext cx="3206520" cy="3450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810680" y="2015640"/>
            <a:ext cx="32065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810680" y="3817800"/>
            <a:ext cx="32065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443600" y="804600"/>
            <a:ext cx="6571080" cy="10490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1443600" y="2015640"/>
            <a:ext cx="32065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body"/>
          </p:nvPr>
        </p:nvSpPr>
        <p:spPr>
          <a:xfrm>
            <a:off x="4810680" y="2015640"/>
            <a:ext cx="32065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 type="body"/>
          </p:nvPr>
        </p:nvSpPr>
        <p:spPr>
          <a:xfrm>
            <a:off x="1443600" y="3817800"/>
            <a:ext cx="657108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443600" y="804600"/>
            <a:ext cx="6571080" cy="10490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1443600" y="2015640"/>
            <a:ext cx="657108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body"/>
          </p:nvPr>
        </p:nvSpPr>
        <p:spPr>
          <a:xfrm>
            <a:off x="1443600" y="3817800"/>
            <a:ext cx="657108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1443600" y="804600"/>
            <a:ext cx="6571080" cy="10490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1443600" y="2015640"/>
            <a:ext cx="32065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body"/>
          </p:nvPr>
        </p:nvSpPr>
        <p:spPr>
          <a:xfrm>
            <a:off x="4810680" y="2015640"/>
            <a:ext cx="32065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 type="body"/>
          </p:nvPr>
        </p:nvSpPr>
        <p:spPr>
          <a:xfrm>
            <a:off x="1443600" y="3817800"/>
            <a:ext cx="32065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 type="body"/>
          </p:nvPr>
        </p:nvSpPr>
        <p:spPr>
          <a:xfrm>
            <a:off x="4810680" y="3817800"/>
            <a:ext cx="32065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443600" y="804600"/>
            <a:ext cx="6571080" cy="10490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1443600" y="2015640"/>
            <a:ext cx="21157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3665520" y="2015640"/>
            <a:ext cx="21157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body"/>
          </p:nvPr>
        </p:nvSpPr>
        <p:spPr>
          <a:xfrm>
            <a:off x="5887440" y="2015640"/>
            <a:ext cx="21157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31" name="PlaceHolder 5"/>
          <p:cNvSpPr>
            <a:spLocks noGrp="1"/>
          </p:cNvSpPr>
          <p:nvPr>
            <p:ph type="body"/>
          </p:nvPr>
        </p:nvSpPr>
        <p:spPr>
          <a:xfrm>
            <a:off x="1443600" y="3817800"/>
            <a:ext cx="21157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32" name="PlaceHolder 6"/>
          <p:cNvSpPr>
            <a:spLocks noGrp="1"/>
          </p:cNvSpPr>
          <p:nvPr>
            <p:ph type="body"/>
          </p:nvPr>
        </p:nvSpPr>
        <p:spPr>
          <a:xfrm>
            <a:off x="3665520" y="3817800"/>
            <a:ext cx="21157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33" name="PlaceHolder 7"/>
          <p:cNvSpPr>
            <a:spLocks noGrp="1"/>
          </p:cNvSpPr>
          <p:nvPr>
            <p:ph type="body"/>
          </p:nvPr>
        </p:nvSpPr>
        <p:spPr>
          <a:xfrm>
            <a:off x="5887440" y="3817800"/>
            <a:ext cx="21157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0" y="2015640"/>
            <a:ext cx="9143640" cy="4079160"/>
          </a:xfrm>
          <a:prstGeom prst="rect">
            <a:avLst/>
          </a:prstGeom>
          <a:gradFill rotWithShape="0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" name="Picture 11" descr=""/>
          <p:cNvPicPr/>
          <p:nvPr/>
        </p:nvPicPr>
        <p:blipFill>
          <a:blip r:embed="rId2"/>
          <a:srcRect l="12499" t="1526" r="12499" b="-1526"/>
          <a:stretch/>
        </p:blipFill>
        <p:spPr>
          <a:xfrm>
            <a:off x="0" y="6095160"/>
            <a:ext cx="9143640" cy="774360"/>
          </a:xfrm>
          <a:prstGeom prst="rect">
            <a:avLst/>
          </a:prstGeom>
          <a:ln>
            <a:noFill/>
          </a:ln>
        </p:spPr>
      </p:pic>
      <p:sp>
        <p:nvSpPr>
          <p:cNvPr id="2" name="Line 2"/>
          <p:cNvSpPr/>
          <p:nvPr/>
        </p:nvSpPr>
        <p:spPr>
          <a:xfrm>
            <a:off x="0" y="6100920"/>
            <a:ext cx="9144000" cy="360"/>
          </a:xfrm>
          <a:prstGeom prst="line">
            <a:avLst/>
          </a:prstGeom>
          <a:ln w="12600">
            <a:solidFill>
              <a:srgbClr val="00000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" name="PlaceHolder 3"/>
          <p:cNvSpPr>
            <a:spLocks noGrp="1"/>
          </p:cNvSpPr>
          <p:nvPr>
            <p:ph type="title"/>
          </p:nvPr>
        </p:nvSpPr>
        <p:spPr>
          <a:xfrm>
            <a:off x="2396160" y="802440"/>
            <a:ext cx="5618160" cy="2541240"/>
          </a:xfrm>
          <a:prstGeom prst="rect">
            <a:avLst/>
          </a:prstGeom>
        </p:spPr>
        <p:txBody>
          <a:bodyPr bIns="0" anchor="b">
            <a:normAutofit/>
          </a:bodyPr>
          <a:p>
            <a:pPr>
              <a:lnSpc>
                <a:spcPct val="90000"/>
              </a:lnSpc>
            </a:pPr>
            <a:r>
              <a:rPr b="0" lang="en-US" sz="4050" spc="-1" strike="noStrike" cap="all">
                <a:solidFill>
                  <a:srgbClr val="000000"/>
                </a:solidFill>
                <a:latin typeface="Gill Sans MT"/>
              </a:rPr>
              <a:t>Click to edit Master title style</a:t>
            </a:r>
            <a:endParaRPr b="0" lang="en-US" sz="405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dt"/>
          </p:nvPr>
        </p:nvSpPr>
        <p:spPr>
          <a:xfrm>
            <a:off x="5646600" y="330480"/>
            <a:ext cx="2368080" cy="30888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5BC40FE9-8775-4B41-8425-083C4EDD1C45}" type="datetime">
              <a:rPr b="0" lang="en-IN" sz="750" spc="-1" strike="noStrike">
                <a:solidFill>
                  <a:srgbClr val="8b8b8b"/>
                </a:solidFill>
                <a:latin typeface="Gill Sans MT"/>
              </a:rPr>
              <a:t>17/08/26</a:t>
            </a:fld>
            <a:endParaRPr b="0" lang="en-IN" sz="75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ftr"/>
          </p:nvPr>
        </p:nvSpPr>
        <p:spPr>
          <a:xfrm>
            <a:off x="2396160" y="329400"/>
            <a:ext cx="3085920" cy="308880"/>
          </a:xfrm>
          <a:prstGeom prst="rect">
            <a:avLst/>
          </a:prstGeom>
        </p:spPr>
        <p:txBody>
          <a:bodyPr anchor="ctr"/>
          <a:p>
            <a:endParaRPr b="0" lang="en-IN" sz="2400" spc="-1" strike="noStrike">
              <a:latin typeface="Times New Roman"/>
            </a:endParaRPr>
          </a:p>
        </p:txBody>
      </p:sp>
      <p:sp>
        <p:nvSpPr>
          <p:cNvPr id="6" name="PlaceHolder 6"/>
          <p:cNvSpPr>
            <a:spLocks noGrp="1"/>
          </p:cNvSpPr>
          <p:nvPr>
            <p:ph type="sldNum"/>
          </p:nvPr>
        </p:nvSpPr>
        <p:spPr>
          <a:xfrm>
            <a:off x="1434600" y="798840"/>
            <a:ext cx="801720" cy="503280"/>
          </a:xfrm>
          <a:prstGeom prst="rect">
            <a:avLst/>
          </a:prstGeom>
        </p:spPr>
        <p:txBody>
          <a:bodyPr/>
          <a:p>
            <a:pPr algn="r">
              <a:lnSpc>
                <a:spcPct val="100000"/>
              </a:lnSpc>
            </a:pPr>
            <a:fld id="{0B02576C-58BC-4485-83D1-92F8356C7F57}" type="slidenum">
              <a:rPr b="0" lang="en-IN" sz="2100" spc="-1" strike="noStrike">
                <a:solidFill>
                  <a:srgbClr val="b71e42"/>
                </a:solidFill>
                <a:latin typeface="Gill Sans MT"/>
              </a:rPr>
              <a:t>&lt;number&gt;</a:t>
            </a:fld>
            <a:endParaRPr b="0" lang="en-IN" sz="2100" spc="-1" strike="noStrike">
              <a:latin typeface="Times New Roman"/>
            </a:endParaRPr>
          </a:p>
        </p:txBody>
      </p:sp>
      <p:sp>
        <p:nvSpPr>
          <p:cNvPr id="7" name="Line 7"/>
          <p:cNvSpPr/>
          <p:nvPr/>
        </p:nvSpPr>
        <p:spPr>
          <a:xfrm>
            <a:off x="2396160" y="3528360"/>
            <a:ext cx="5618520" cy="360"/>
          </a:xfrm>
          <a:prstGeom prst="line">
            <a:avLst/>
          </a:prstGeom>
          <a:ln w="31680">
            <a:round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" name="PlaceHolder 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Gill Sans MT"/>
              </a:rPr>
              <a:t>Click to edit the outline text format</a:t>
            </a:r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Gill Sans MT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Gill Sans M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50" spc="-1" strike="noStrike">
                <a:solidFill>
                  <a:srgbClr val="000000"/>
                </a:solidFill>
                <a:latin typeface="Gill Sans MT"/>
              </a:rPr>
              <a:t>Third Outline Level</a:t>
            </a:r>
            <a:endParaRPr b="0" lang="en-US" sz="1050" spc="-1" strike="noStrike">
              <a:solidFill>
                <a:srgbClr val="000000"/>
              </a:solidFill>
              <a:latin typeface="Gill Sans MT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Gill Sans MT"/>
              </a:rPr>
              <a:t>Fourth Outline Level</a:t>
            </a:r>
            <a:endParaRPr b="0" lang="en-US" sz="900" spc="-1" strike="noStrike">
              <a:solidFill>
                <a:srgbClr val="000000"/>
              </a:solidFill>
              <a:latin typeface="Gill Sans MT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CustomShape 1"/>
          <p:cNvSpPr/>
          <p:nvPr/>
        </p:nvSpPr>
        <p:spPr>
          <a:xfrm>
            <a:off x="0" y="2015640"/>
            <a:ext cx="9143640" cy="4079160"/>
          </a:xfrm>
          <a:prstGeom prst="rect">
            <a:avLst/>
          </a:prstGeom>
          <a:gradFill rotWithShape="0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46" name="Picture 11" descr=""/>
          <p:cNvPicPr/>
          <p:nvPr/>
        </p:nvPicPr>
        <p:blipFill>
          <a:blip r:embed="rId2"/>
          <a:srcRect l="12499" t="1526" r="12499" b="-1526"/>
          <a:stretch/>
        </p:blipFill>
        <p:spPr>
          <a:xfrm>
            <a:off x="0" y="6095160"/>
            <a:ext cx="9143640" cy="774360"/>
          </a:xfrm>
          <a:prstGeom prst="rect">
            <a:avLst/>
          </a:prstGeom>
          <a:ln>
            <a:noFill/>
          </a:ln>
        </p:spPr>
      </p:pic>
      <p:sp>
        <p:nvSpPr>
          <p:cNvPr id="47" name="Line 2"/>
          <p:cNvSpPr/>
          <p:nvPr/>
        </p:nvSpPr>
        <p:spPr>
          <a:xfrm>
            <a:off x="0" y="6100920"/>
            <a:ext cx="9144000" cy="360"/>
          </a:xfrm>
          <a:prstGeom prst="line">
            <a:avLst/>
          </a:prstGeom>
          <a:ln w="12600">
            <a:solidFill>
              <a:srgbClr val="00000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PlaceHolder 3"/>
          <p:cNvSpPr>
            <a:spLocks noGrp="1"/>
          </p:cNvSpPr>
          <p:nvPr>
            <p:ph type="title"/>
          </p:nvPr>
        </p:nvSpPr>
        <p:spPr>
          <a:xfrm>
            <a:off x="1443600" y="804600"/>
            <a:ext cx="6571080" cy="1049040"/>
          </a:xfrm>
          <a:prstGeom prst="rect">
            <a:avLst/>
          </a:prstGeom>
        </p:spPr>
        <p:txBody>
          <a:bodyPr/>
          <a:p>
            <a:pPr>
              <a:lnSpc>
                <a:spcPct val="90000"/>
              </a:lnSpc>
            </a:pPr>
            <a:r>
              <a:rPr b="0" lang="en-US" sz="2400" spc="-1" strike="noStrike" cap="all">
                <a:solidFill>
                  <a:srgbClr val="000000"/>
                </a:solidFill>
                <a:latin typeface="Gill Sans MT"/>
              </a:rPr>
              <a:t>Click to edit Master title style</a:t>
            </a:r>
            <a:endParaRPr b="0" lang="en-US" sz="24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body"/>
          </p:nvPr>
        </p:nvSpPr>
        <p:spPr>
          <a:xfrm>
            <a:off x="1443600" y="2015640"/>
            <a:ext cx="6571080" cy="3450240"/>
          </a:xfrm>
          <a:prstGeom prst="rect">
            <a:avLst/>
          </a:prstGeom>
        </p:spPr>
        <p:txBody>
          <a:bodyPr/>
          <a:p>
            <a:pPr marL="171360" indent="-171000">
              <a:lnSpc>
                <a:spcPct val="120000"/>
              </a:lnSpc>
              <a:spcBef>
                <a:spcPts val="75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500" spc="-1" strike="noStrike">
                <a:solidFill>
                  <a:srgbClr val="000000"/>
                </a:solidFill>
                <a:latin typeface="Gill Sans MT"/>
              </a:rPr>
              <a:t>Click to edit Master text styles</a:t>
            </a:r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  <a:p>
            <a:pPr lvl="1" marL="514440" indent="-171000">
              <a:lnSpc>
                <a:spcPct val="120000"/>
              </a:lnSpc>
              <a:spcBef>
                <a:spcPts val="374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Gill Sans MT"/>
              </a:rPr>
              <a:t>Second level</a:t>
            </a:r>
            <a:endParaRPr b="0" lang="en-US" sz="1200" spc="-1" strike="noStrike">
              <a:solidFill>
                <a:srgbClr val="000000"/>
              </a:solidFill>
              <a:latin typeface="Gill Sans MT"/>
            </a:endParaRPr>
          </a:p>
          <a:p>
            <a:pPr lvl="2" marL="857160" indent="-171000">
              <a:lnSpc>
                <a:spcPct val="120000"/>
              </a:lnSpc>
              <a:spcBef>
                <a:spcPts val="374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Gill Sans MT"/>
              </a:rPr>
              <a:t>Third level</a:t>
            </a:r>
            <a:endParaRPr b="0" lang="en-US" sz="1200" spc="-1" strike="noStrike">
              <a:solidFill>
                <a:srgbClr val="000000"/>
              </a:solidFill>
              <a:latin typeface="Gill Sans MT"/>
            </a:endParaRPr>
          </a:p>
          <a:p>
            <a:pPr lvl="3" marL="1200240" indent="-171000">
              <a:lnSpc>
                <a:spcPct val="120000"/>
              </a:lnSpc>
              <a:spcBef>
                <a:spcPts val="374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050" spc="-1" strike="noStrike">
                <a:solidFill>
                  <a:srgbClr val="000000"/>
                </a:solidFill>
                <a:latin typeface="Gill Sans MT"/>
              </a:rPr>
              <a:t>Fourth level</a:t>
            </a:r>
            <a:endParaRPr b="0" lang="en-US" sz="1050" spc="-1" strike="noStrike">
              <a:solidFill>
                <a:srgbClr val="000000"/>
              </a:solidFill>
              <a:latin typeface="Gill Sans MT"/>
            </a:endParaRPr>
          </a:p>
          <a:p>
            <a:pPr lvl="4" marL="1542960" indent="-171000">
              <a:lnSpc>
                <a:spcPct val="120000"/>
              </a:lnSpc>
              <a:spcBef>
                <a:spcPts val="374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900" spc="-1" strike="noStrike">
                <a:solidFill>
                  <a:srgbClr val="000000"/>
                </a:solidFill>
                <a:latin typeface="Gill Sans MT"/>
              </a:rPr>
              <a:t>Fifth level</a:t>
            </a:r>
            <a:endParaRPr b="0" lang="en-US" sz="9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dt"/>
          </p:nvPr>
        </p:nvSpPr>
        <p:spPr>
          <a:xfrm>
            <a:off x="5646600" y="330480"/>
            <a:ext cx="2368080" cy="30888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E5A72DDB-929D-4F45-B948-DDD62F3BF03C}" type="datetime">
              <a:rPr b="0" lang="en-IN" sz="750" spc="-1" strike="noStrike">
                <a:solidFill>
                  <a:srgbClr val="8b8b8b"/>
                </a:solidFill>
                <a:latin typeface="Gill Sans MT"/>
              </a:rPr>
              <a:t>17/08/26</a:t>
            </a:fld>
            <a:endParaRPr b="0" lang="en-IN" sz="750" spc="-1" strike="noStrike"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ftr"/>
          </p:nvPr>
        </p:nvSpPr>
        <p:spPr>
          <a:xfrm>
            <a:off x="1443600" y="329400"/>
            <a:ext cx="4033800" cy="308880"/>
          </a:xfrm>
          <a:prstGeom prst="rect">
            <a:avLst/>
          </a:prstGeom>
        </p:spPr>
        <p:txBody>
          <a:bodyPr anchor="ctr"/>
          <a:p>
            <a:endParaRPr b="0" lang="en-IN" sz="2400" spc="-1" strike="noStrike">
              <a:latin typeface="Times New Roman"/>
            </a:endParaRPr>
          </a:p>
        </p:txBody>
      </p:sp>
      <p:sp>
        <p:nvSpPr>
          <p:cNvPr id="52" name="PlaceHolder 7"/>
          <p:cNvSpPr>
            <a:spLocks noGrp="1"/>
          </p:cNvSpPr>
          <p:nvPr>
            <p:ph type="sldNum"/>
          </p:nvPr>
        </p:nvSpPr>
        <p:spPr>
          <a:xfrm>
            <a:off x="487800" y="798840"/>
            <a:ext cx="795240" cy="503280"/>
          </a:xfrm>
          <a:prstGeom prst="rect">
            <a:avLst/>
          </a:prstGeom>
        </p:spPr>
        <p:txBody>
          <a:bodyPr/>
          <a:p>
            <a:pPr algn="r">
              <a:lnSpc>
                <a:spcPct val="100000"/>
              </a:lnSpc>
            </a:pPr>
            <a:fld id="{A09B8675-C2CA-4EA4-97B2-D489682A71AE}" type="slidenum">
              <a:rPr b="0" lang="en-IN" sz="2100" spc="-1" strike="noStrike">
                <a:solidFill>
                  <a:srgbClr val="b71e42"/>
                </a:solidFill>
                <a:latin typeface="Gill Sans MT"/>
              </a:rPr>
              <a:t>&lt;number&gt;</a:t>
            </a:fld>
            <a:endParaRPr b="0" lang="en-IN" sz="2100" spc="-1" strike="noStrike">
              <a:latin typeface="Times New Roman"/>
            </a:endParaRPr>
          </a:p>
        </p:txBody>
      </p:sp>
      <p:sp>
        <p:nvSpPr>
          <p:cNvPr id="53" name="Line 8"/>
          <p:cNvSpPr/>
          <p:nvPr/>
        </p:nvSpPr>
        <p:spPr>
          <a:xfrm>
            <a:off x="1443240" y="1846800"/>
            <a:ext cx="6571440" cy="360"/>
          </a:xfrm>
          <a:prstGeom prst="line">
            <a:avLst/>
          </a:prstGeom>
          <a:ln w="31680">
            <a:round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CustomShape 1"/>
          <p:cNvSpPr/>
          <p:nvPr/>
        </p:nvSpPr>
        <p:spPr>
          <a:xfrm>
            <a:off x="0" y="2015640"/>
            <a:ext cx="9143640" cy="4079160"/>
          </a:xfrm>
          <a:prstGeom prst="rect">
            <a:avLst/>
          </a:prstGeom>
          <a:gradFill rotWithShape="0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91" name="Picture 11" descr=""/>
          <p:cNvPicPr/>
          <p:nvPr/>
        </p:nvPicPr>
        <p:blipFill>
          <a:blip r:embed="rId2"/>
          <a:srcRect l="12499" t="1526" r="12499" b="-1526"/>
          <a:stretch/>
        </p:blipFill>
        <p:spPr>
          <a:xfrm>
            <a:off x="0" y="6095160"/>
            <a:ext cx="9143640" cy="774360"/>
          </a:xfrm>
          <a:prstGeom prst="rect">
            <a:avLst/>
          </a:prstGeom>
          <a:ln>
            <a:noFill/>
          </a:ln>
        </p:spPr>
      </p:pic>
      <p:sp>
        <p:nvSpPr>
          <p:cNvPr id="92" name="Line 2"/>
          <p:cNvSpPr/>
          <p:nvPr/>
        </p:nvSpPr>
        <p:spPr>
          <a:xfrm>
            <a:off x="0" y="6100920"/>
            <a:ext cx="9144000" cy="360"/>
          </a:xfrm>
          <a:prstGeom prst="line">
            <a:avLst/>
          </a:prstGeom>
          <a:ln w="12600">
            <a:solidFill>
              <a:srgbClr val="00000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3" name="PlaceHolder 3"/>
          <p:cNvSpPr>
            <a:spLocks noGrp="1"/>
          </p:cNvSpPr>
          <p:nvPr>
            <p:ph type="dt"/>
          </p:nvPr>
        </p:nvSpPr>
        <p:spPr>
          <a:xfrm>
            <a:off x="5646600" y="330480"/>
            <a:ext cx="2368080" cy="30888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FBCD5D61-BCD1-4585-AFAA-BA9B31C03945}" type="datetime">
              <a:rPr b="0" lang="en-IN" sz="750" spc="-1" strike="noStrike">
                <a:solidFill>
                  <a:srgbClr val="8b8b8b"/>
                </a:solidFill>
                <a:latin typeface="Gill Sans MT"/>
              </a:rPr>
              <a:t>17/08/26</a:t>
            </a:fld>
            <a:endParaRPr b="0" lang="en-IN" sz="750" spc="-1" strike="noStrike">
              <a:latin typeface="Times New Roman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ftr"/>
          </p:nvPr>
        </p:nvSpPr>
        <p:spPr>
          <a:xfrm>
            <a:off x="1443600" y="329400"/>
            <a:ext cx="4033800" cy="308880"/>
          </a:xfrm>
          <a:prstGeom prst="rect">
            <a:avLst/>
          </a:prstGeom>
        </p:spPr>
        <p:txBody>
          <a:bodyPr anchor="ctr"/>
          <a:p>
            <a:endParaRPr b="0" lang="en-IN" sz="2400" spc="-1" strike="noStrike">
              <a:latin typeface="Times New Roman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sldNum"/>
          </p:nvPr>
        </p:nvSpPr>
        <p:spPr>
          <a:xfrm>
            <a:off x="487800" y="798840"/>
            <a:ext cx="795240" cy="503280"/>
          </a:xfrm>
          <a:prstGeom prst="rect">
            <a:avLst/>
          </a:prstGeom>
        </p:spPr>
        <p:txBody>
          <a:bodyPr/>
          <a:p>
            <a:pPr algn="r">
              <a:lnSpc>
                <a:spcPct val="100000"/>
              </a:lnSpc>
            </a:pPr>
            <a:fld id="{791F91A3-DE7F-4602-98DE-41EDAA53EDC1}" type="slidenum">
              <a:rPr b="0" lang="en-IN" sz="2100" spc="-1" strike="noStrike">
                <a:solidFill>
                  <a:srgbClr val="b71e42"/>
                </a:solidFill>
                <a:latin typeface="Gill Sans MT"/>
              </a:rPr>
              <a:t>&lt;number&gt;</a:t>
            </a:fld>
            <a:endParaRPr b="0" lang="en-IN" sz="2100" spc="-1" strike="noStrike">
              <a:latin typeface="Times New Roman"/>
            </a:endParaRPr>
          </a:p>
        </p:txBody>
      </p:sp>
      <p:sp>
        <p:nvSpPr>
          <p:cNvPr id="96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97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Gill Sans MT"/>
              </a:rPr>
              <a:t>Click to edit the outline text format</a:t>
            </a:r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Gill Sans MT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Gill Sans M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50" spc="-1" strike="noStrike">
                <a:solidFill>
                  <a:srgbClr val="000000"/>
                </a:solidFill>
                <a:latin typeface="Gill Sans MT"/>
              </a:rPr>
              <a:t>Third Outline Level</a:t>
            </a:r>
            <a:endParaRPr b="0" lang="en-US" sz="1050" spc="-1" strike="noStrike">
              <a:solidFill>
                <a:srgbClr val="000000"/>
              </a:solidFill>
              <a:latin typeface="Gill Sans MT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900" spc="-1" strike="noStrike">
                <a:solidFill>
                  <a:srgbClr val="000000"/>
                </a:solidFill>
                <a:latin typeface="Gill Sans MT"/>
              </a:rPr>
              <a:t>Fourth Outline Level</a:t>
            </a:r>
            <a:endParaRPr b="0" lang="en-US" sz="900" spc="-1" strike="noStrike">
              <a:solidFill>
                <a:srgbClr val="000000"/>
              </a:solidFill>
              <a:latin typeface="Gill Sans MT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Shape 1"/>
          <p:cNvSpPr txBox="1"/>
          <p:nvPr/>
        </p:nvSpPr>
        <p:spPr>
          <a:xfrm>
            <a:off x="2396160" y="802440"/>
            <a:ext cx="5618160" cy="2541240"/>
          </a:xfrm>
          <a:prstGeom prst="rect">
            <a:avLst/>
          </a:prstGeom>
          <a:noFill/>
          <a:ln>
            <a:noFill/>
          </a:ln>
        </p:spPr>
        <p:txBody>
          <a:bodyPr bIns="0" anchor="b"/>
          <a:p>
            <a:pPr>
              <a:lnSpc>
                <a:spcPct val="90000"/>
              </a:lnSpc>
              <a:spcAft>
                <a:spcPts val="601"/>
              </a:spcAft>
            </a:pPr>
            <a:r>
              <a:rPr b="0" lang="en-US" sz="4050" spc="-1" strike="noStrike" cap="all">
                <a:solidFill>
                  <a:srgbClr val="000000"/>
                </a:solidFill>
                <a:latin typeface="Gill Sans MT"/>
              </a:rPr>
              <a:t>     </a:t>
            </a:r>
            <a:endParaRPr b="0" lang="en-US" sz="405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35" name="TextShape 2"/>
          <p:cNvSpPr txBox="1"/>
          <p:nvPr/>
        </p:nvSpPr>
        <p:spPr>
          <a:xfrm>
            <a:off x="2396160" y="3531240"/>
            <a:ext cx="5618160" cy="977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/>
          </a:bodyPr>
          <a:p>
            <a:pPr>
              <a:lnSpc>
                <a:spcPct val="120000"/>
              </a:lnSpc>
              <a:spcAft>
                <a:spcPts val="601"/>
              </a:spcAft>
            </a:pPr>
            <a:r>
              <a:rPr b="0" lang="en-IN" sz="1200" spc="-1" strike="noStrike" cap="all">
                <a:solidFill>
                  <a:srgbClr val="000000"/>
                </a:solidFill>
                <a:latin typeface="Gill Sans MT"/>
              </a:rPr>
              <a:t>   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136" name="Picture 7" descr=""/>
          <p:cNvPicPr/>
          <p:nvPr/>
        </p:nvPicPr>
        <p:blipFill>
          <a:blip r:embed="rId1"/>
          <a:stretch/>
        </p:blipFill>
        <p:spPr>
          <a:xfrm>
            <a:off x="142200" y="182880"/>
            <a:ext cx="8876880" cy="924480"/>
          </a:xfrm>
          <a:prstGeom prst="rect">
            <a:avLst/>
          </a:prstGeom>
          <a:ln>
            <a:noFill/>
          </a:ln>
        </p:spPr>
      </p:pic>
      <p:sp>
        <p:nvSpPr>
          <p:cNvPr id="137" name="CustomShape 3"/>
          <p:cNvSpPr/>
          <p:nvPr/>
        </p:nvSpPr>
        <p:spPr>
          <a:xfrm>
            <a:off x="1394280" y="1158840"/>
            <a:ext cx="6620040" cy="330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0" lang="en-IN" sz="1800" spc="-1" strike="noStrike">
                <a:solidFill>
                  <a:srgbClr val="000000"/>
                </a:solidFill>
                <a:latin typeface="Gill Sans MT"/>
              </a:rPr>
              <a:t>Department of Computer Science Engineering &amp; Engineering</a:t>
            </a:r>
            <a:br/>
            <a:br/>
            <a:br/>
            <a:br/>
            <a:r>
              <a:rPr b="1" lang="en-IN" sz="2400" spc="-1" strike="noStrike">
                <a:solidFill>
                  <a:srgbClr val="000000"/>
                </a:solidFill>
                <a:latin typeface="Gill Sans MT"/>
              </a:rPr>
              <a:t> Mini Project Presentation (BCC-554)</a:t>
            </a:r>
            <a:br/>
            <a:r>
              <a:rPr b="0" lang="en-IN" sz="2400" spc="-1" strike="noStrike">
                <a:solidFill>
                  <a:srgbClr val="000000"/>
                </a:solidFill>
                <a:latin typeface="Gill Sans MT"/>
              </a:rPr>
              <a:t>On </a:t>
            </a:r>
            <a:endParaRPr b="0" lang="en-IN" sz="24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601"/>
              </a:spcAft>
            </a:pPr>
            <a:br/>
            <a:r>
              <a:rPr b="0" lang="en-IN" sz="3200" spc="-1" strike="noStrike">
                <a:solidFill>
                  <a:srgbClr val="ff0000"/>
                </a:solidFill>
                <a:latin typeface="Gill Sans MT"/>
              </a:rPr>
              <a:t>“ </a:t>
            </a:r>
            <a:r>
              <a:rPr b="1" lang="en-IN" sz="3200" spc="-1" strike="noStrike">
                <a:solidFill>
                  <a:srgbClr val="ff0000"/>
                </a:solidFill>
                <a:latin typeface="Gill Sans MT"/>
              </a:rPr>
              <a:t>PANCHAYAT“</a:t>
            </a:r>
            <a:endParaRPr b="0" lang="en-IN" sz="3200" spc="-1" strike="noStrike">
              <a:latin typeface="Arial"/>
            </a:endParaRPr>
          </a:p>
        </p:txBody>
      </p:sp>
      <p:pic>
        <p:nvPicPr>
          <p:cNvPr id="138" name="Picture 3" descr=""/>
          <p:cNvPicPr/>
          <p:nvPr/>
        </p:nvPicPr>
        <p:blipFill>
          <a:blip r:embed="rId2"/>
          <a:stretch/>
        </p:blipFill>
        <p:spPr>
          <a:xfrm>
            <a:off x="1267560" y="3343680"/>
            <a:ext cx="1240560" cy="601920"/>
          </a:xfrm>
          <a:prstGeom prst="rect">
            <a:avLst/>
          </a:prstGeom>
          <a:ln>
            <a:noFill/>
          </a:ln>
        </p:spPr>
      </p:pic>
      <p:sp>
        <p:nvSpPr>
          <p:cNvPr id="139" name="CustomShape 4"/>
          <p:cNvSpPr/>
          <p:nvPr/>
        </p:nvSpPr>
        <p:spPr>
          <a:xfrm>
            <a:off x="288000" y="4390200"/>
            <a:ext cx="3489120" cy="274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1" lang="en-IN" sz="1800" spc="-1" strike="noStrike">
                <a:solidFill>
                  <a:srgbClr val="000000"/>
                </a:solidFill>
                <a:latin typeface="Gill Sans MT"/>
              </a:rPr>
              <a:t>Students </a:t>
            </a: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0" lang="en-IN" sz="1800" spc="-1" strike="noStrike">
                <a:solidFill>
                  <a:srgbClr val="ff0000"/>
                </a:solidFill>
                <a:latin typeface="Gill Sans MT"/>
              </a:rPr>
              <a:t>Ketan</a:t>
            </a: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0" lang="en-IN" sz="1800" spc="-1" strike="noStrike">
                <a:solidFill>
                  <a:srgbClr val="ff0000"/>
                </a:solidFill>
                <a:latin typeface="Gill Sans MT"/>
              </a:rPr>
              <a:t> </a:t>
            </a:r>
            <a:r>
              <a:rPr b="0" lang="en-IN" sz="1800" spc="-1" strike="noStrike">
                <a:solidFill>
                  <a:srgbClr val="ff0000"/>
                </a:solidFill>
                <a:latin typeface="Gill Sans MT"/>
              </a:rPr>
              <a:t>(2400330100173)</a:t>
            </a: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0" lang="en-IN" sz="1800" spc="-1" strike="noStrike">
                <a:solidFill>
                  <a:srgbClr val="ff0000"/>
                </a:solidFill>
                <a:latin typeface="Gill Sans MT"/>
              </a:rPr>
              <a:t>Keshav Saini (2400330100172)</a:t>
            </a: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601"/>
              </a:spcAft>
            </a:pP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601"/>
              </a:spcAft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endParaRPr b="0" lang="en-IN" sz="1800" spc="-1" strike="noStrike">
              <a:latin typeface="Arial"/>
            </a:endParaRPr>
          </a:p>
        </p:txBody>
      </p:sp>
      <p:sp>
        <p:nvSpPr>
          <p:cNvPr id="140" name="CustomShape 5"/>
          <p:cNvSpPr/>
          <p:nvPr/>
        </p:nvSpPr>
        <p:spPr>
          <a:xfrm>
            <a:off x="5688000" y="4464000"/>
            <a:ext cx="2863080" cy="2162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1" lang="en-IN" sz="1800" spc="-1" strike="noStrike">
                <a:solidFill>
                  <a:srgbClr val="000000"/>
                </a:solidFill>
                <a:latin typeface="Gill Sans MT"/>
              </a:rPr>
              <a:t>Under the Guidance of </a:t>
            </a:r>
            <a:br/>
            <a:r>
              <a:rPr b="1" lang="en-IN" sz="1800" spc="-1" strike="noStrike">
                <a:solidFill>
                  <a:srgbClr val="000000"/>
                </a:solidFill>
                <a:latin typeface="Gill Sans MT"/>
              </a:rPr>
              <a:t>Mrs.</a:t>
            </a:r>
            <a:r>
              <a:rPr b="1" lang="en-IN" sz="1800" spc="-1" strike="noStrike">
                <a:solidFill>
                  <a:srgbClr val="ff0000"/>
                </a:solidFill>
                <a:latin typeface="Gill Sans MT"/>
              </a:rPr>
              <a:t> Neha Paliwal</a:t>
            </a:r>
            <a:br/>
            <a:r>
              <a:rPr b="0" lang="en-IN" sz="1800" spc="-1" strike="noStrike">
                <a:solidFill>
                  <a:srgbClr val="ff0000"/>
                </a:solidFill>
                <a:latin typeface="Gill Sans MT"/>
              </a:rPr>
              <a:t>(</a:t>
            </a:r>
            <a:r>
              <a:rPr b="1" lang="en-IN" sz="1800" spc="-1" strike="noStrike">
                <a:solidFill>
                  <a:srgbClr val="ff0000"/>
                </a:solidFill>
                <a:latin typeface="Gill Sans MT"/>
              </a:rPr>
              <a:t>Assistant Professor)</a:t>
            </a: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b="0" lang="en-IN" sz="1800" spc="-1" strike="noStrike">
                <a:solidFill>
                  <a:srgbClr val="000000"/>
                </a:solidFill>
                <a:latin typeface="Gill Sans MT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Gill Sans MT"/>
              </a:rPr>
              <a:t>Department of CSE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endParaRPr b="0" lang="en-IN" sz="1800" spc="-1" strike="noStrike"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Shape 1"/>
          <p:cNvSpPr txBox="1"/>
          <p:nvPr/>
        </p:nvSpPr>
        <p:spPr>
          <a:xfrm>
            <a:off x="1443600" y="804600"/>
            <a:ext cx="6571080" cy="104904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>
              <a:lnSpc>
                <a:spcPct val="90000"/>
              </a:lnSpc>
              <a:spcAft>
                <a:spcPts val="601"/>
              </a:spcAft>
            </a:pPr>
            <a:r>
              <a:rPr b="1" lang="en-US" sz="2400" spc="-1" strike="noStrike" cap="all">
                <a:solidFill>
                  <a:srgbClr val="000000"/>
                </a:solidFill>
                <a:latin typeface="Gill Sans MT"/>
              </a:rPr>
              <a:t>CONTENTS</a:t>
            </a:r>
            <a:endParaRPr b="0" lang="en-US" sz="24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42" name="TextShape 2"/>
          <p:cNvSpPr txBox="1"/>
          <p:nvPr/>
        </p:nvSpPr>
        <p:spPr>
          <a:xfrm>
            <a:off x="1443600" y="2015640"/>
            <a:ext cx="6571080" cy="345024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marL="171360" indent="-171000">
              <a:lnSpc>
                <a:spcPct val="120000"/>
              </a:lnSpc>
              <a:spcAft>
                <a:spcPts val="601"/>
              </a:spcAft>
              <a:buClr>
                <a:srgbClr val="b71e42"/>
              </a:buClr>
              <a:buFont typeface="Arial"/>
              <a:buChar char="•"/>
            </a:pPr>
            <a:r>
              <a:rPr b="1" lang="en-US" sz="1500" spc="-1" strike="noStrike">
                <a:solidFill>
                  <a:srgbClr val="000000"/>
                </a:solidFill>
                <a:latin typeface="Gill Sans MT"/>
              </a:rPr>
              <a:t>INTRODUCTION</a:t>
            </a:r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  <a:p>
            <a:pPr marL="171360" indent="-171000">
              <a:lnSpc>
                <a:spcPct val="120000"/>
              </a:lnSpc>
              <a:spcAft>
                <a:spcPts val="601"/>
              </a:spcAft>
              <a:buClr>
                <a:srgbClr val="b71e42"/>
              </a:buClr>
              <a:buFont typeface="Arial"/>
              <a:buChar char="•"/>
            </a:pPr>
            <a:r>
              <a:rPr b="1" lang="en-US" sz="1500" spc="-1" strike="noStrike">
                <a:solidFill>
                  <a:srgbClr val="000000"/>
                </a:solidFill>
                <a:latin typeface="Gill Sans MT"/>
              </a:rPr>
              <a:t>OBJECTIVE</a:t>
            </a:r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  <a:p>
            <a:pPr marL="171360" indent="-171000">
              <a:lnSpc>
                <a:spcPct val="120000"/>
              </a:lnSpc>
              <a:spcAft>
                <a:spcPts val="601"/>
              </a:spcAft>
              <a:buClr>
                <a:srgbClr val="b71e42"/>
              </a:buClr>
              <a:buFont typeface="Arial"/>
              <a:buChar char="•"/>
            </a:pPr>
            <a:r>
              <a:rPr b="1" lang="en-US" sz="1500" spc="-1" strike="noStrike">
                <a:solidFill>
                  <a:srgbClr val="000000"/>
                </a:solidFill>
                <a:latin typeface="Gill Sans MT"/>
              </a:rPr>
              <a:t>LITERATURE SURVEY</a:t>
            </a:r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  <a:p>
            <a:pPr marL="171360" indent="-171000">
              <a:lnSpc>
                <a:spcPct val="120000"/>
              </a:lnSpc>
              <a:spcAft>
                <a:spcPts val="601"/>
              </a:spcAft>
              <a:buClr>
                <a:srgbClr val="b71e42"/>
              </a:buClr>
              <a:buFont typeface="Arial"/>
              <a:buChar char="•"/>
            </a:pPr>
            <a:r>
              <a:rPr b="1" lang="en-US" sz="1500" spc="-1" strike="noStrike">
                <a:solidFill>
                  <a:srgbClr val="000000"/>
                </a:solidFill>
                <a:latin typeface="Gill Sans MT"/>
              </a:rPr>
              <a:t>METHODOLOGY</a:t>
            </a:r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  <a:p>
            <a:pPr marL="171360" indent="-171000">
              <a:lnSpc>
                <a:spcPct val="120000"/>
              </a:lnSpc>
              <a:spcAft>
                <a:spcPts val="601"/>
              </a:spcAft>
              <a:buClr>
                <a:srgbClr val="b71e42"/>
              </a:buClr>
              <a:buFont typeface="Arial"/>
              <a:buChar char="•"/>
            </a:pPr>
            <a:r>
              <a:rPr b="1" lang="en-US" sz="1500" spc="-1" strike="noStrike">
                <a:solidFill>
                  <a:srgbClr val="000000"/>
                </a:solidFill>
                <a:latin typeface="Gill Sans MT"/>
              </a:rPr>
              <a:t>HARDWARE AND SOFTWARE USE</a:t>
            </a:r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  <a:p>
            <a:pPr marL="171360" indent="-171000">
              <a:lnSpc>
                <a:spcPct val="120000"/>
              </a:lnSpc>
              <a:spcAft>
                <a:spcPts val="601"/>
              </a:spcAft>
              <a:buClr>
                <a:srgbClr val="b71e42"/>
              </a:buClr>
              <a:buFont typeface="Arial"/>
              <a:buChar char="•"/>
            </a:pPr>
            <a:r>
              <a:rPr b="1" lang="en-US" sz="1500" spc="-1" strike="noStrike">
                <a:solidFill>
                  <a:srgbClr val="000000"/>
                </a:solidFill>
                <a:latin typeface="Gill Sans MT"/>
              </a:rPr>
              <a:t>WORK PROGRESS</a:t>
            </a:r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  <a:p>
            <a:pPr marL="171360" indent="-171000">
              <a:lnSpc>
                <a:spcPct val="120000"/>
              </a:lnSpc>
              <a:spcAft>
                <a:spcPts val="601"/>
              </a:spcAft>
              <a:buClr>
                <a:srgbClr val="b71e42"/>
              </a:buClr>
              <a:buFont typeface="Arial"/>
              <a:buChar char="•"/>
            </a:pPr>
            <a:r>
              <a:rPr b="1" lang="en-US" sz="1500" spc="-1" strike="noStrike">
                <a:solidFill>
                  <a:srgbClr val="000000"/>
                </a:solidFill>
                <a:latin typeface="Gill Sans MT"/>
              </a:rPr>
              <a:t>SCREENSHOTS</a:t>
            </a:r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  <a:p>
            <a:pPr marL="171360" indent="-171000">
              <a:lnSpc>
                <a:spcPct val="120000"/>
              </a:lnSpc>
              <a:spcAft>
                <a:spcPts val="601"/>
              </a:spcAft>
              <a:buClr>
                <a:srgbClr val="b71e42"/>
              </a:buClr>
              <a:buFont typeface="Arial"/>
              <a:buChar char="•"/>
            </a:pPr>
            <a:r>
              <a:rPr b="1" lang="en-US" sz="1500" spc="-1" strike="noStrike">
                <a:solidFill>
                  <a:srgbClr val="000000"/>
                </a:solidFill>
                <a:latin typeface="Gill Sans MT"/>
              </a:rPr>
              <a:t>REFERENCES</a:t>
            </a:r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  <a:p>
            <a:pPr>
              <a:lnSpc>
                <a:spcPct val="120000"/>
              </a:lnSpc>
              <a:spcAft>
                <a:spcPts val="601"/>
              </a:spcAft>
            </a:pPr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  <a:p>
            <a:pPr>
              <a:lnSpc>
                <a:spcPct val="120000"/>
              </a:lnSpc>
              <a:spcAft>
                <a:spcPts val="601"/>
              </a:spcAft>
            </a:pPr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  <a:p>
            <a:pPr>
              <a:lnSpc>
                <a:spcPct val="120000"/>
              </a:lnSpc>
              <a:spcAft>
                <a:spcPts val="601"/>
              </a:spcAft>
            </a:pPr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p:timing>
    <p:tnLst>
      <p:par>
        <p:cTn id="3" dur="indefinite" restart="never" nodeType="tmRoot">
          <p:childTnLst>
            <p:seq>
              <p:cTn id="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Shape 1"/>
          <p:cNvSpPr txBox="1"/>
          <p:nvPr/>
        </p:nvSpPr>
        <p:spPr>
          <a:xfrm>
            <a:off x="1443600" y="804600"/>
            <a:ext cx="6571080" cy="104904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>
              <a:lnSpc>
                <a:spcPct val="90000"/>
              </a:lnSpc>
              <a:spcAft>
                <a:spcPts val="601"/>
              </a:spcAft>
            </a:pPr>
            <a:r>
              <a:rPr b="0" lang="en-US" sz="2400" spc="-1" strike="noStrike" cap="all">
                <a:solidFill>
                  <a:srgbClr val="000000"/>
                </a:solidFill>
                <a:latin typeface="Gill Sans MT"/>
              </a:rPr>
              <a:t>Introduction</a:t>
            </a:r>
            <a:endParaRPr b="0" lang="en-US" sz="24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44" name="TextShape 2"/>
          <p:cNvSpPr txBox="1"/>
          <p:nvPr/>
        </p:nvSpPr>
        <p:spPr>
          <a:xfrm>
            <a:off x="1443600" y="2015640"/>
            <a:ext cx="6571080" cy="345024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marL="171360" indent="-171000">
              <a:lnSpc>
                <a:spcPct val="120000"/>
              </a:lnSpc>
              <a:spcAft>
                <a:spcPts val="799"/>
              </a:spcAft>
              <a:buClr>
                <a:srgbClr val="b71e42"/>
              </a:buClr>
              <a:buFont typeface="Arial"/>
              <a:buChar char="•"/>
            </a:pPr>
            <a:r>
              <a:rPr b="0" lang="en-US" sz="1900" spc="-1" strike="noStrike">
                <a:solidFill>
                  <a:srgbClr val="000000"/>
                </a:solidFill>
                <a:latin typeface="Gill Sans MT"/>
              </a:rPr>
              <a:t>• </a:t>
            </a:r>
            <a:r>
              <a:rPr b="0" lang="en-US" sz="1900" spc="-1" strike="noStrike">
                <a:solidFill>
                  <a:srgbClr val="000000"/>
                </a:solidFill>
                <a:latin typeface="Gill Sans MT"/>
              </a:rPr>
              <a:t>Panchayat is a full-stack digital grievance redressal platform for rural communities.</a:t>
            </a:r>
            <a:endParaRPr b="0" lang="en-US" sz="1900" spc="-1" strike="noStrike">
              <a:solidFill>
                <a:srgbClr val="000000"/>
              </a:solidFill>
              <a:latin typeface="Gill Sans MT"/>
            </a:endParaRPr>
          </a:p>
          <a:p>
            <a:pPr marL="171360" indent="-171000">
              <a:lnSpc>
                <a:spcPct val="120000"/>
              </a:lnSpc>
              <a:spcBef>
                <a:spcPts val="751"/>
              </a:spcBef>
              <a:spcAft>
                <a:spcPts val="799"/>
              </a:spcAft>
              <a:buClr>
                <a:srgbClr val="b71e42"/>
              </a:buClr>
              <a:buFont typeface="Arial"/>
              <a:buChar char="•"/>
            </a:pPr>
            <a:r>
              <a:rPr b="0" lang="en-US" sz="1900" spc="-1" strike="noStrike">
                <a:solidFill>
                  <a:srgbClr val="000000"/>
                </a:solidFill>
                <a:latin typeface="Gill Sans MT"/>
              </a:rPr>
              <a:t>• </a:t>
            </a:r>
            <a:r>
              <a:rPr b="0" lang="en-US" sz="1900" spc="-1" strike="noStrike">
                <a:solidFill>
                  <a:srgbClr val="000000"/>
                </a:solidFill>
                <a:latin typeface="Gill Sans MT"/>
              </a:rPr>
              <a:t>It connects Citizens, Ward Members, Gram Pradhan and Administrators through role-based access.</a:t>
            </a:r>
            <a:endParaRPr b="0" lang="en-US" sz="1900" spc="-1" strike="noStrike">
              <a:solidFill>
                <a:srgbClr val="000000"/>
              </a:solidFill>
              <a:latin typeface="Gill Sans MT"/>
            </a:endParaRPr>
          </a:p>
          <a:p>
            <a:pPr marL="171360" indent="-171000">
              <a:lnSpc>
                <a:spcPct val="120000"/>
              </a:lnSpc>
              <a:spcBef>
                <a:spcPts val="751"/>
              </a:spcBef>
              <a:spcAft>
                <a:spcPts val="799"/>
              </a:spcAft>
              <a:buClr>
                <a:srgbClr val="b71e42"/>
              </a:buClr>
              <a:buFont typeface="Arial"/>
              <a:buChar char="•"/>
            </a:pPr>
            <a:r>
              <a:rPr b="0" lang="en-US" sz="1900" spc="-1" strike="noStrike">
                <a:solidFill>
                  <a:srgbClr val="000000"/>
                </a:solidFill>
                <a:latin typeface="Gill Sans MT"/>
              </a:rPr>
              <a:t>• </a:t>
            </a:r>
            <a:r>
              <a:rPr b="0" lang="en-US" sz="1900" spc="-1" strike="noStrike">
                <a:solidFill>
                  <a:srgbClr val="000000"/>
                </a:solidFill>
                <a:latin typeface="Gill Sans MT"/>
              </a:rPr>
              <a:t>Citizens can submit complaints with category, location and image evidence.</a:t>
            </a:r>
            <a:endParaRPr b="0" lang="en-US" sz="1900" spc="-1" strike="noStrike">
              <a:solidFill>
                <a:srgbClr val="000000"/>
              </a:solidFill>
              <a:latin typeface="Gill Sans MT"/>
            </a:endParaRPr>
          </a:p>
          <a:p>
            <a:pPr marL="171360" indent="-171000">
              <a:lnSpc>
                <a:spcPct val="120000"/>
              </a:lnSpc>
              <a:spcBef>
                <a:spcPts val="751"/>
              </a:spcBef>
              <a:spcAft>
                <a:spcPts val="799"/>
              </a:spcAft>
              <a:buClr>
                <a:srgbClr val="b71e42"/>
              </a:buClr>
              <a:buFont typeface="Arial"/>
              <a:buChar char="•"/>
            </a:pPr>
            <a:r>
              <a:rPr b="0" lang="en-US" sz="1900" spc="-1" strike="noStrike">
                <a:solidFill>
                  <a:srgbClr val="000000"/>
                </a:solidFill>
                <a:latin typeface="Gill Sans MT"/>
              </a:rPr>
              <a:t>• </a:t>
            </a:r>
            <a:r>
              <a:rPr b="0" lang="en-US" sz="1900" spc="-1" strike="noStrike">
                <a:solidFill>
                  <a:srgbClr val="000000"/>
                </a:solidFill>
                <a:latin typeface="Gill Sans MT"/>
              </a:rPr>
              <a:t>Users can track progress and receive updates throughout the resolution process.</a:t>
            </a:r>
            <a:endParaRPr b="0" lang="en-US" sz="1900" spc="-1" strike="noStrike">
              <a:solidFill>
                <a:srgbClr val="000000"/>
              </a:solidFill>
              <a:latin typeface="Gill Sans MT"/>
            </a:endParaRPr>
          </a:p>
          <a:p>
            <a:pPr marL="171360" indent="-171000">
              <a:lnSpc>
                <a:spcPct val="120000"/>
              </a:lnSpc>
              <a:spcBef>
                <a:spcPts val="751"/>
              </a:spcBef>
              <a:spcAft>
                <a:spcPts val="799"/>
              </a:spcAft>
              <a:buClr>
                <a:srgbClr val="b71e42"/>
              </a:buClr>
              <a:buFont typeface="Arial"/>
              <a:buChar char="•"/>
            </a:pPr>
            <a:r>
              <a:rPr b="0" lang="en-US" sz="1900" spc="-1" strike="noStrike">
                <a:solidFill>
                  <a:srgbClr val="000000"/>
                </a:solidFill>
                <a:latin typeface="Gill Sans MT"/>
              </a:rPr>
              <a:t>• </a:t>
            </a:r>
            <a:r>
              <a:rPr b="0" lang="en-US" sz="1900" spc="-1" strike="noStrike">
                <a:solidFill>
                  <a:srgbClr val="000000"/>
                </a:solidFill>
                <a:latin typeface="Gill Sans MT"/>
              </a:rPr>
              <a:t>The platform promotes transparency, accountability and citizen participation.</a:t>
            </a:r>
            <a:endParaRPr b="0" lang="en-US" sz="19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p:timing>
    <p:tnLst>
      <p:par>
        <p:cTn id="5" dur="indefinite" restart="never" nodeType="tmRoot">
          <p:childTnLst>
            <p:seq>
              <p:cTn id="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Shape 1"/>
          <p:cNvSpPr txBox="1"/>
          <p:nvPr/>
        </p:nvSpPr>
        <p:spPr>
          <a:xfrm>
            <a:off x="1443600" y="804600"/>
            <a:ext cx="6571080" cy="104904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>
              <a:lnSpc>
                <a:spcPct val="90000"/>
              </a:lnSpc>
              <a:spcAft>
                <a:spcPts val="601"/>
              </a:spcAft>
            </a:pPr>
            <a:r>
              <a:rPr b="0" lang="en-US" sz="2400" spc="-1" strike="noStrike" cap="all">
                <a:solidFill>
                  <a:srgbClr val="000000"/>
                </a:solidFill>
                <a:latin typeface="Gill Sans MT"/>
              </a:rPr>
              <a:t>Objective</a:t>
            </a:r>
            <a:endParaRPr b="0" lang="en-US" sz="24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46" name="TextShape 2"/>
          <p:cNvSpPr txBox="1"/>
          <p:nvPr/>
        </p:nvSpPr>
        <p:spPr>
          <a:xfrm>
            <a:off x="1443600" y="2015640"/>
            <a:ext cx="6571080" cy="345024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marL="171360" indent="-171000">
              <a:lnSpc>
                <a:spcPct val="120000"/>
              </a:lnSpc>
              <a:spcAft>
                <a:spcPts val="799"/>
              </a:spcAft>
              <a:buClr>
                <a:srgbClr val="b71e42"/>
              </a:buClr>
              <a:buFont typeface="Arial"/>
              <a:buChar char="•"/>
            </a:pPr>
            <a:r>
              <a:rPr b="0" lang="en-US" sz="1900" spc="-1" strike="noStrike">
                <a:solidFill>
                  <a:srgbClr val="000000"/>
                </a:solidFill>
                <a:latin typeface="Gill Sans MT"/>
              </a:rPr>
              <a:t>• </a:t>
            </a:r>
            <a:r>
              <a:rPr b="0" lang="en-US" sz="1900" spc="-1" strike="noStrike">
                <a:solidFill>
                  <a:srgbClr val="000000"/>
                </a:solidFill>
                <a:latin typeface="Gill Sans MT"/>
              </a:rPr>
              <a:t>Create a simple platform for registering and tracking local civic grievances.</a:t>
            </a:r>
            <a:endParaRPr b="0" lang="en-US" sz="1900" spc="-1" strike="noStrike">
              <a:solidFill>
                <a:srgbClr val="000000"/>
              </a:solidFill>
              <a:latin typeface="Gill Sans MT"/>
            </a:endParaRPr>
          </a:p>
          <a:p>
            <a:pPr marL="171360" indent="-171000">
              <a:lnSpc>
                <a:spcPct val="120000"/>
              </a:lnSpc>
              <a:spcBef>
                <a:spcPts val="751"/>
              </a:spcBef>
              <a:spcAft>
                <a:spcPts val="799"/>
              </a:spcAft>
              <a:buClr>
                <a:srgbClr val="b71e42"/>
              </a:buClr>
              <a:buFont typeface="Arial"/>
              <a:buChar char="•"/>
            </a:pPr>
            <a:r>
              <a:rPr b="0" lang="en-US" sz="1900" spc="-1" strike="noStrike">
                <a:solidFill>
                  <a:srgbClr val="000000"/>
                </a:solidFill>
                <a:latin typeface="Gill Sans MT"/>
              </a:rPr>
              <a:t>• </a:t>
            </a:r>
            <a:r>
              <a:rPr b="0" lang="en-US" sz="1900" spc="-1" strike="noStrike">
                <a:solidFill>
                  <a:srgbClr val="000000"/>
                </a:solidFill>
                <a:latin typeface="Gill Sans MT"/>
              </a:rPr>
              <a:t>Reduce manual complaint handling through a structured digital workflow.</a:t>
            </a:r>
            <a:endParaRPr b="0" lang="en-US" sz="1900" spc="-1" strike="noStrike">
              <a:solidFill>
                <a:srgbClr val="000000"/>
              </a:solidFill>
              <a:latin typeface="Gill Sans MT"/>
            </a:endParaRPr>
          </a:p>
          <a:p>
            <a:pPr marL="171360" indent="-171000">
              <a:lnSpc>
                <a:spcPct val="120000"/>
              </a:lnSpc>
              <a:spcBef>
                <a:spcPts val="751"/>
              </a:spcBef>
              <a:spcAft>
                <a:spcPts val="799"/>
              </a:spcAft>
              <a:buClr>
                <a:srgbClr val="b71e42"/>
              </a:buClr>
              <a:buFont typeface="Arial"/>
              <a:buChar char="•"/>
            </a:pPr>
            <a:r>
              <a:rPr b="0" lang="en-US" sz="1900" spc="-1" strike="noStrike">
                <a:solidFill>
                  <a:srgbClr val="000000"/>
                </a:solidFill>
                <a:latin typeface="Gill Sans MT"/>
              </a:rPr>
              <a:t>• </a:t>
            </a:r>
            <a:r>
              <a:rPr b="0" lang="en-US" sz="1900" spc="-1" strike="noStrike">
                <a:solidFill>
                  <a:srgbClr val="000000"/>
                </a:solidFill>
                <a:latin typeface="Gill Sans MT"/>
              </a:rPr>
              <a:t>Provide role-based access for citizens and Panchayat authorities.</a:t>
            </a:r>
            <a:endParaRPr b="0" lang="en-US" sz="1900" spc="-1" strike="noStrike">
              <a:solidFill>
                <a:srgbClr val="000000"/>
              </a:solidFill>
              <a:latin typeface="Gill Sans MT"/>
            </a:endParaRPr>
          </a:p>
          <a:p>
            <a:pPr marL="171360" indent="-171000">
              <a:lnSpc>
                <a:spcPct val="120000"/>
              </a:lnSpc>
              <a:spcBef>
                <a:spcPts val="751"/>
              </a:spcBef>
              <a:spcAft>
                <a:spcPts val="799"/>
              </a:spcAft>
              <a:buClr>
                <a:srgbClr val="b71e42"/>
              </a:buClr>
              <a:buFont typeface="Arial"/>
              <a:buChar char="•"/>
            </a:pPr>
            <a:r>
              <a:rPr b="0" lang="en-US" sz="1900" spc="-1" strike="noStrike">
                <a:solidFill>
                  <a:srgbClr val="000000"/>
                </a:solidFill>
                <a:latin typeface="Gill Sans MT"/>
              </a:rPr>
              <a:t>• </a:t>
            </a:r>
            <a:r>
              <a:rPr b="0" lang="en-US" sz="1900" spc="-1" strike="noStrike">
                <a:solidFill>
                  <a:srgbClr val="000000"/>
                </a:solidFill>
                <a:latin typeface="Gill Sans MT"/>
              </a:rPr>
              <a:t>Improve transparency with complaint status, notifications and activity records.</a:t>
            </a:r>
            <a:endParaRPr b="0" lang="en-US" sz="1900" spc="-1" strike="noStrike">
              <a:solidFill>
                <a:srgbClr val="000000"/>
              </a:solidFill>
              <a:latin typeface="Gill Sans MT"/>
            </a:endParaRPr>
          </a:p>
          <a:p>
            <a:pPr marL="171360" indent="-171000">
              <a:lnSpc>
                <a:spcPct val="120000"/>
              </a:lnSpc>
              <a:spcBef>
                <a:spcPts val="751"/>
              </a:spcBef>
              <a:spcAft>
                <a:spcPts val="799"/>
              </a:spcAft>
              <a:buClr>
                <a:srgbClr val="b71e42"/>
              </a:buClr>
              <a:buFont typeface="Arial"/>
              <a:buChar char="•"/>
            </a:pPr>
            <a:r>
              <a:rPr b="0" lang="en-US" sz="1900" spc="-1" strike="noStrike">
                <a:solidFill>
                  <a:srgbClr val="000000"/>
                </a:solidFill>
                <a:latin typeface="Gill Sans MT"/>
              </a:rPr>
              <a:t>• </a:t>
            </a:r>
            <a:r>
              <a:rPr b="0" lang="en-US" sz="1900" spc="-1" strike="noStrike">
                <a:solidFill>
                  <a:srgbClr val="000000"/>
                </a:solidFill>
                <a:latin typeface="Gill Sans MT"/>
              </a:rPr>
              <a:t>Support faster resolution through assignment, escalation and reopening.</a:t>
            </a:r>
            <a:endParaRPr b="0" lang="en-US" sz="19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p:timing>
    <p:tnLst>
      <p:par>
        <p:cTn id="7" dur="indefinite" restart="never" nodeType="tmRoot">
          <p:childTnLst>
            <p:seq>
              <p:cTn id="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Shape 1"/>
          <p:cNvSpPr txBox="1"/>
          <p:nvPr/>
        </p:nvSpPr>
        <p:spPr>
          <a:xfrm>
            <a:off x="1443600" y="804600"/>
            <a:ext cx="6571080" cy="104904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>
              <a:lnSpc>
                <a:spcPct val="90000"/>
              </a:lnSpc>
              <a:spcAft>
                <a:spcPts val="601"/>
              </a:spcAft>
            </a:pPr>
            <a:r>
              <a:rPr b="0" lang="en-US" sz="2400" spc="-1" strike="noStrike" cap="all">
                <a:solidFill>
                  <a:srgbClr val="000000"/>
                </a:solidFill>
                <a:latin typeface="Gill Sans MT"/>
              </a:rPr>
              <a:t>Literature Survey</a:t>
            </a:r>
            <a:endParaRPr b="0" lang="en-US" sz="24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48" name="TextShape 2"/>
          <p:cNvSpPr txBox="1"/>
          <p:nvPr/>
        </p:nvSpPr>
        <p:spPr>
          <a:xfrm>
            <a:off x="1443600" y="2015640"/>
            <a:ext cx="6571080" cy="345024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marL="171360" indent="-171000">
              <a:lnSpc>
                <a:spcPct val="120000"/>
              </a:lnSpc>
              <a:spcAft>
                <a:spcPts val="799"/>
              </a:spcAft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• </a:t>
            </a: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Digital grievance systems help citizens report issues and monitor their resolution.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marL="171360" indent="-171000">
              <a:lnSpc>
                <a:spcPct val="120000"/>
              </a:lnSpc>
              <a:spcBef>
                <a:spcPts val="751"/>
              </a:spcBef>
              <a:spcAft>
                <a:spcPts val="799"/>
              </a:spcAft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• </a:t>
            </a: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Modern e-governance platforms use online registration, status tracking and escalation.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marL="171360" indent="-171000">
              <a:lnSpc>
                <a:spcPct val="120000"/>
              </a:lnSpc>
              <a:spcBef>
                <a:spcPts val="751"/>
              </a:spcBef>
              <a:spcAft>
                <a:spcPts val="799"/>
              </a:spcAft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• </a:t>
            </a: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Location and image evidence improve the clarity and verification of complaints.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marL="171360" indent="-171000">
              <a:lnSpc>
                <a:spcPct val="120000"/>
              </a:lnSpc>
              <a:spcBef>
                <a:spcPts val="751"/>
              </a:spcBef>
              <a:spcAft>
                <a:spcPts val="799"/>
              </a:spcAft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• </a:t>
            </a: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Role-based dashboards help authorities manage, assign and monitor issues efficiently.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marL="171360" indent="-171000">
              <a:lnSpc>
                <a:spcPct val="120000"/>
              </a:lnSpc>
              <a:spcBef>
                <a:spcPts val="751"/>
              </a:spcBef>
              <a:spcAft>
                <a:spcPts val="799"/>
              </a:spcAft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• </a:t>
            </a: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Panchayat combines these ideas in a modern MERN-based web application.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p:timing>
    <p:tnLst>
      <p:par>
        <p:cTn id="9" dur="indefinite" restart="never" nodeType="tmRoot">
          <p:childTnLst>
            <p:seq>
              <p:cTn id="1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Shape 1"/>
          <p:cNvSpPr txBox="1"/>
          <p:nvPr/>
        </p:nvSpPr>
        <p:spPr>
          <a:xfrm>
            <a:off x="1443600" y="804600"/>
            <a:ext cx="6571080" cy="104904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>
              <a:lnSpc>
                <a:spcPct val="90000"/>
              </a:lnSpc>
              <a:spcAft>
                <a:spcPts val="601"/>
              </a:spcAft>
            </a:pPr>
            <a:r>
              <a:rPr b="0" lang="en-US" sz="2400" spc="-1" strike="noStrike" cap="all">
                <a:solidFill>
                  <a:srgbClr val="000000"/>
                </a:solidFill>
                <a:latin typeface="Gill Sans MT"/>
              </a:rPr>
              <a:t>Methodology</a:t>
            </a:r>
            <a:endParaRPr b="0" lang="en-US" sz="24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50" name="TextShape 2"/>
          <p:cNvSpPr txBox="1"/>
          <p:nvPr/>
        </p:nvSpPr>
        <p:spPr>
          <a:xfrm>
            <a:off x="1443600" y="2015640"/>
            <a:ext cx="6571080" cy="34502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171360" indent="-171000">
              <a:lnSpc>
                <a:spcPct val="120000"/>
              </a:lnSpc>
              <a:spcAft>
                <a:spcPts val="799"/>
              </a:spcAft>
              <a:buClr>
                <a:srgbClr val="b71e42"/>
              </a:buClr>
              <a:buFont typeface="Arial"/>
              <a:buChar char="•"/>
            </a:pPr>
            <a:r>
              <a:rPr b="0" lang="en-US" sz="1500" spc="-1" strike="noStrike">
                <a:solidFill>
                  <a:srgbClr val="000000"/>
                </a:solidFill>
                <a:latin typeface="Gill Sans MT"/>
              </a:rPr>
              <a:t>1. Frontend – React creates a responsive user interface with Tailwind CSS and shadcn/ui.</a:t>
            </a:r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  <a:p>
            <a:pPr marL="171360" indent="-171000">
              <a:lnSpc>
                <a:spcPct val="120000"/>
              </a:lnSpc>
              <a:spcBef>
                <a:spcPts val="751"/>
              </a:spcBef>
              <a:spcAft>
                <a:spcPts val="799"/>
              </a:spcAft>
              <a:buClr>
                <a:srgbClr val="b71e42"/>
              </a:buClr>
              <a:buFont typeface="Arial"/>
              <a:buChar char="•"/>
            </a:pPr>
            <a:r>
              <a:rPr b="0" lang="en-US" sz="1500" spc="-1" strike="noStrike">
                <a:solidFill>
                  <a:srgbClr val="000000"/>
                </a:solidFill>
                <a:latin typeface="Gill Sans MT"/>
              </a:rPr>
              <a:t>2. Authentication – JWT and OTP/email verification secure user access.</a:t>
            </a:r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  <a:p>
            <a:pPr marL="171360" indent="-171000">
              <a:lnSpc>
                <a:spcPct val="120000"/>
              </a:lnSpc>
              <a:spcBef>
                <a:spcPts val="751"/>
              </a:spcBef>
              <a:spcAft>
                <a:spcPts val="799"/>
              </a:spcAft>
              <a:buClr>
                <a:srgbClr val="b71e42"/>
              </a:buClr>
              <a:buFont typeface="Arial"/>
              <a:buChar char="•"/>
            </a:pPr>
            <a:r>
              <a:rPr b="0" lang="en-US" sz="1500" spc="-1" strike="noStrike">
                <a:solidFill>
                  <a:srgbClr val="000000"/>
                </a:solidFill>
                <a:latin typeface="Gill Sans MT"/>
              </a:rPr>
              <a:t>3. Complaint Registration – Users add category, description, location and image evidence.</a:t>
            </a:r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  <a:p>
            <a:pPr marL="171360" indent="-171000">
              <a:lnSpc>
                <a:spcPct val="120000"/>
              </a:lnSpc>
              <a:spcBef>
                <a:spcPts val="751"/>
              </a:spcBef>
              <a:spcAft>
                <a:spcPts val="799"/>
              </a:spcAft>
              <a:buClr>
                <a:srgbClr val="b71e42"/>
              </a:buClr>
              <a:buFont typeface="Arial"/>
              <a:buChar char="•"/>
            </a:pPr>
            <a:r>
              <a:rPr b="0" lang="en-US" sz="1500" spc="-1" strike="noStrike">
                <a:solidFill>
                  <a:srgbClr val="000000"/>
                </a:solidFill>
                <a:latin typeface="Gill Sans MT"/>
              </a:rPr>
              <a:t>4. Workflow – Complaints are reviewed, assigned, updated, escalated and resolved.</a:t>
            </a:r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  <a:p>
            <a:pPr marL="171360" indent="-171000">
              <a:lnSpc>
                <a:spcPct val="120000"/>
              </a:lnSpc>
              <a:spcBef>
                <a:spcPts val="751"/>
              </a:spcBef>
              <a:spcAft>
                <a:spcPts val="799"/>
              </a:spcAft>
              <a:buClr>
                <a:srgbClr val="b71e42"/>
              </a:buClr>
              <a:buFont typeface="Arial"/>
              <a:buChar char="•"/>
            </a:pPr>
            <a:r>
              <a:rPr b="0" lang="en-US" sz="1500" spc="-1" strike="noStrike">
                <a:solidFill>
                  <a:srgbClr val="000000"/>
                </a:solidFill>
                <a:latin typeface="Gill Sans MT"/>
              </a:rPr>
              <a:t>5. Backend – Node.js and Express.js provide APIs; MongoDB stores application data.</a:t>
            </a:r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  <a:p>
            <a:pPr marL="171360" indent="-171000">
              <a:lnSpc>
                <a:spcPct val="120000"/>
              </a:lnSpc>
              <a:spcBef>
                <a:spcPts val="751"/>
              </a:spcBef>
              <a:spcAft>
                <a:spcPts val="799"/>
              </a:spcAft>
              <a:buClr>
                <a:srgbClr val="b71e42"/>
              </a:buClr>
              <a:buFont typeface="Arial"/>
              <a:buChar char="•"/>
            </a:pPr>
            <a:r>
              <a:rPr b="0" lang="en-US" sz="1500" spc="-1" strike="noStrike">
                <a:solidFill>
                  <a:srgbClr val="000000"/>
                </a:solidFill>
                <a:latin typeface="Gill Sans MT"/>
              </a:rPr>
              <a:t>6. Integration – Leaflet handles maps and Cloudinary stores uploaded images.</a:t>
            </a:r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  <a:p>
            <a:pPr>
              <a:lnSpc>
                <a:spcPct val="120000"/>
              </a:lnSpc>
              <a:spcBef>
                <a:spcPts val="751"/>
              </a:spcBef>
              <a:spcAft>
                <a:spcPts val="799"/>
              </a:spcAft>
            </a:pPr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  <a:p>
            <a:pPr marL="171360" indent="-171000">
              <a:lnSpc>
                <a:spcPct val="120000"/>
              </a:lnSpc>
              <a:spcBef>
                <a:spcPts val="751"/>
              </a:spcBef>
              <a:spcAft>
                <a:spcPts val="799"/>
              </a:spcAft>
              <a:buClr>
                <a:srgbClr val="b71e42"/>
              </a:buClr>
              <a:buFont typeface="Arial"/>
              <a:buChar char="•"/>
            </a:pPr>
            <a:r>
              <a:rPr b="0" lang="en-US" sz="1500" spc="-1" strike="noStrike">
                <a:solidFill>
                  <a:srgbClr val="000000"/>
                </a:solidFill>
                <a:latin typeface="Gill Sans MT"/>
              </a:rPr>
              <a:t>Flow: Citizen → Register Complaint → Review &amp; Assign → Track Progress → Resolve → Feedback / Reopen → Close</a:t>
            </a:r>
            <a:endParaRPr b="0" lang="en-US" sz="15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p:timing>
    <p:tnLst>
      <p:par>
        <p:cTn id="11" dur="indefinite" restart="never" nodeType="tmRoot">
          <p:childTnLst>
            <p:seq>
              <p:cTn id="1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Shape 1"/>
          <p:cNvSpPr txBox="1"/>
          <p:nvPr/>
        </p:nvSpPr>
        <p:spPr>
          <a:xfrm>
            <a:off x="1443600" y="804600"/>
            <a:ext cx="6571080" cy="104904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algn="ctr">
              <a:lnSpc>
                <a:spcPct val="90000"/>
              </a:lnSpc>
              <a:spcAft>
                <a:spcPts val="601"/>
              </a:spcAft>
            </a:pPr>
            <a:r>
              <a:rPr b="0" lang="en-US" sz="2400" spc="-1" strike="noStrike" cap="all">
                <a:solidFill>
                  <a:srgbClr val="000000"/>
                </a:solidFill>
                <a:latin typeface="Gill Sans MT"/>
              </a:rPr>
              <a:t>Hardware &amp; Software USE</a:t>
            </a:r>
            <a:endParaRPr b="0" lang="en-US" sz="24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52" name="TextShape 2"/>
          <p:cNvSpPr txBox="1"/>
          <p:nvPr/>
        </p:nvSpPr>
        <p:spPr>
          <a:xfrm>
            <a:off x="1443600" y="2015640"/>
            <a:ext cx="6571080" cy="345024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marL="171360" indent="-171000">
              <a:lnSpc>
                <a:spcPct val="120000"/>
              </a:lnSpc>
              <a:spcAft>
                <a:spcPts val="799"/>
              </a:spcAft>
              <a:buClr>
                <a:srgbClr val="b71e42"/>
              </a:buClr>
              <a:buFont typeface="Arial"/>
              <a:buChar char="•"/>
            </a:pPr>
            <a:r>
              <a:rPr b="0" lang="en-US" sz="1700" spc="-1" strike="noStrike">
                <a:solidFill>
                  <a:srgbClr val="000000"/>
                </a:solidFill>
                <a:latin typeface="Gill Sans MT"/>
              </a:rPr>
              <a:t>HARDWARE</a:t>
            </a:r>
            <a:endParaRPr b="0" lang="en-US" sz="1700" spc="-1" strike="noStrike">
              <a:solidFill>
                <a:srgbClr val="000000"/>
              </a:solidFill>
              <a:latin typeface="Gill Sans MT"/>
            </a:endParaRPr>
          </a:p>
          <a:p>
            <a:pPr marL="171360" indent="-171000">
              <a:lnSpc>
                <a:spcPct val="120000"/>
              </a:lnSpc>
              <a:spcBef>
                <a:spcPts val="751"/>
              </a:spcBef>
              <a:spcAft>
                <a:spcPts val="799"/>
              </a:spcAft>
              <a:buClr>
                <a:srgbClr val="b71e42"/>
              </a:buClr>
              <a:buFont typeface="Arial"/>
              <a:buChar char="•"/>
            </a:pPr>
            <a:r>
              <a:rPr b="0" lang="en-US" sz="1700" spc="-1" strike="noStrike">
                <a:solidFill>
                  <a:srgbClr val="000000"/>
                </a:solidFill>
                <a:latin typeface="Gill Sans MT"/>
              </a:rPr>
              <a:t>• </a:t>
            </a:r>
            <a:r>
              <a:rPr b="0" lang="en-US" sz="1700" spc="-1" strike="noStrike">
                <a:solidFill>
                  <a:srgbClr val="000000"/>
                </a:solidFill>
                <a:latin typeface="Gill Sans MT"/>
              </a:rPr>
              <a:t>Computer/Laptop or Smartphone</a:t>
            </a:r>
            <a:endParaRPr b="0" lang="en-US" sz="1700" spc="-1" strike="noStrike">
              <a:solidFill>
                <a:srgbClr val="000000"/>
              </a:solidFill>
              <a:latin typeface="Gill Sans MT"/>
            </a:endParaRPr>
          </a:p>
          <a:p>
            <a:pPr marL="171360" indent="-171000">
              <a:lnSpc>
                <a:spcPct val="120000"/>
              </a:lnSpc>
              <a:spcBef>
                <a:spcPts val="751"/>
              </a:spcBef>
              <a:spcAft>
                <a:spcPts val="799"/>
              </a:spcAft>
              <a:buClr>
                <a:srgbClr val="b71e42"/>
              </a:buClr>
              <a:buFont typeface="Arial"/>
              <a:buChar char="•"/>
            </a:pPr>
            <a:r>
              <a:rPr b="0" lang="en-US" sz="1700" spc="-1" strike="noStrike">
                <a:solidFill>
                  <a:srgbClr val="000000"/>
                </a:solidFill>
                <a:latin typeface="Gill Sans MT"/>
              </a:rPr>
              <a:t>• </a:t>
            </a:r>
            <a:r>
              <a:rPr b="0" lang="en-US" sz="1700" spc="-1" strike="noStrike">
                <a:solidFill>
                  <a:srgbClr val="000000"/>
                </a:solidFill>
                <a:latin typeface="Gill Sans MT"/>
              </a:rPr>
              <a:t>Stable Internet Connection</a:t>
            </a:r>
            <a:endParaRPr b="0" lang="en-US" sz="1700" spc="-1" strike="noStrike">
              <a:solidFill>
                <a:srgbClr val="000000"/>
              </a:solidFill>
              <a:latin typeface="Gill Sans MT"/>
            </a:endParaRPr>
          </a:p>
          <a:p>
            <a:pPr marL="171360" indent="-171000">
              <a:lnSpc>
                <a:spcPct val="120000"/>
              </a:lnSpc>
              <a:spcBef>
                <a:spcPts val="751"/>
              </a:spcBef>
              <a:spcAft>
                <a:spcPts val="799"/>
              </a:spcAft>
              <a:buClr>
                <a:srgbClr val="b71e42"/>
              </a:buClr>
              <a:buFont typeface="Arial"/>
              <a:buChar char="•"/>
            </a:pPr>
            <a:r>
              <a:rPr b="0" lang="en-US" sz="1700" spc="-1" strike="noStrike">
                <a:solidFill>
                  <a:srgbClr val="000000"/>
                </a:solidFill>
                <a:latin typeface="Gill Sans MT"/>
              </a:rPr>
              <a:t>• </a:t>
            </a:r>
            <a:r>
              <a:rPr b="0" lang="en-US" sz="1700" spc="-1" strike="noStrike">
                <a:solidFill>
                  <a:srgbClr val="000000"/>
                </a:solidFill>
                <a:latin typeface="Gill Sans MT"/>
              </a:rPr>
              <a:t>Minimum 4 GB RAM recommended for development</a:t>
            </a:r>
            <a:endParaRPr b="0" lang="en-US" sz="1700" spc="-1" strike="noStrike">
              <a:solidFill>
                <a:srgbClr val="000000"/>
              </a:solidFill>
              <a:latin typeface="Gill Sans MT"/>
            </a:endParaRPr>
          </a:p>
          <a:p>
            <a:pPr>
              <a:lnSpc>
                <a:spcPct val="120000"/>
              </a:lnSpc>
              <a:spcBef>
                <a:spcPts val="751"/>
              </a:spcBef>
              <a:spcAft>
                <a:spcPts val="799"/>
              </a:spcAft>
            </a:pPr>
            <a:endParaRPr b="0" lang="en-US" sz="1700" spc="-1" strike="noStrike">
              <a:solidFill>
                <a:srgbClr val="000000"/>
              </a:solidFill>
              <a:latin typeface="Gill Sans MT"/>
            </a:endParaRPr>
          </a:p>
          <a:p>
            <a:pPr marL="171360" indent="-171000">
              <a:lnSpc>
                <a:spcPct val="120000"/>
              </a:lnSpc>
              <a:spcBef>
                <a:spcPts val="751"/>
              </a:spcBef>
              <a:spcAft>
                <a:spcPts val="799"/>
              </a:spcAft>
              <a:buClr>
                <a:srgbClr val="b71e42"/>
              </a:buClr>
              <a:buFont typeface="Arial"/>
              <a:buChar char="•"/>
            </a:pPr>
            <a:r>
              <a:rPr b="0" lang="en-US" sz="1700" spc="-1" strike="noStrike">
                <a:solidFill>
                  <a:srgbClr val="000000"/>
                </a:solidFill>
                <a:latin typeface="Gill Sans MT"/>
              </a:rPr>
              <a:t>SOFTWARE</a:t>
            </a:r>
            <a:endParaRPr b="0" lang="en-US" sz="1700" spc="-1" strike="noStrike">
              <a:solidFill>
                <a:srgbClr val="000000"/>
              </a:solidFill>
              <a:latin typeface="Gill Sans MT"/>
            </a:endParaRPr>
          </a:p>
          <a:p>
            <a:pPr marL="171360" indent="-171000">
              <a:lnSpc>
                <a:spcPct val="120000"/>
              </a:lnSpc>
              <a:spcBef>
                <a:spcPts val="751"/>
              </a:spcBef>
              <a:spcAft>
                <a:spcPts val="799"/>
              </a:spcAft>
              <a:buClr>
                <a:srgbClr val="b71e42"/>
              </a:buClr>
              <a:buFont typeface="Arial"/>
              <a:buChar char="•"/>
            </a:pPr>
            <a:r>
              <a:rPr b="0" lang="en-US" sz="1700" spc="-1" strike="noStrike">
                <a:solidFill>
                  <a:srgbClr val="000000"/>
                </a:solidFill>
                <a:latin typeface="Gill Sans MT"/>
              </a:rPr>
              <a:t>• </a:t>
            </a:r>
            <a:r>
              <a:rPr b="0" lang="en-US" sz="1700" spc="-1" strike="noStrike">
                <a:solidFill>
                  <a:srgbClr val="000000"/>
                </a:solidFill>
                <a:latin typeface="Gill Sans MT"/>
              </a:rPr>
              <a:t>React, Node.js and Express.js</a:t>
            </a:r>
            <a:endParaRPr b="0" lang="en-US" sz="1700" spc="-1" strike="noStrike">
              <a:solidFill>
                <a:srgbClr val="000000"/>
              </a:solidFill>
              <a:latin typeface="Gill Sans MT"/>
            </a:endParaRPr>
          </a:p>
          <a:p>
            <a:pPr marL="171360" indent="-171000">
              <a:lnSpc>
                <a:spcPct val="120000"/>
              </a:lnSpc>
              <a:spcBef>
                <a:spcPts val="751"/>
              </a:spcBef>
              <a:spcAft>
                <a:spcPts val="799"/>
              </a:spcAft>
              <a:buClr>
                <a:srgbClr val="b71e42"/>
              </a:buClr>
              <a:buFont typeface="Arial"/>
              <a:buChar char="•"/>
            </a:pPr>
            <a:r>
              <a:rPr b="0" lang="en-US" sz="1700" spc="-1" strike="noStrike">
                <a:solidFill>
                  <a:srgbClr val="000000"/>
                </a:solidFill>
                <a:latin typeface="Gill Sans MT"/>
              </a:rPr>
              <a:t>• </a:t>
            </a:r>
            <a:r>
              <a:rPr b="0" lang="en-US" sz="1700" spc="-1" strike="noStrike">
                <a:solidFill>
                  <a:srgbClr val="000000"/>
                </a:solidFill>
                <a:latin typeface="Gill Sans MT"/>
              </a:rPr>
              <a:t>MongoDB / MongoDB Atlas</a:t>
            </a:r>
            <a:endParaRPr b="0" lang="en-US" sz="1700" spc="-1" strike="noStrike">
              <a:solidFill>
                <a:srgbClr val="000000"/>
              </a:solidFill>
              <a:latin typeface="Gill Sans MT"/>
            </a:endParaRPr>
          </a:p>
          <a:p>
            <a:pPr marL="171360" indent="-171000">
              <a:lnSpc>
                <a:spcPct val="120000"/>
              </a:lnSpc>
              <a:spcBef>
                <a:spcPts val="751"/>
              </a:spcBef>
              <a:spcAft>
                <a:spcPts val="799"/>
              </a:spcAft>
              <a:buClr>
                <a:srgbClr val="b71e42"/>
              </a:buClr>
              <a:buFont typeface="Arial"/>
              <a:buChar char="•"/>
            </a:pPr>
            <a:r>
              <a:rPr b="0" lang="en-US" sz="1700" spc="-1" strike="noStrike">
                <a:solidFill>
                  <a:srgbClr val="000000"/>
                </a:solidFill>
                <a:latin typeface="Gill Sans MT"/>
              </a:rPr>
              <a:t>• </a:t>
            </a:r>
            <a:r>
              <a:rPr b="0" lang="en-US" sz="1700" spc="-1" strike="noStrike">
                <a:solidFill>
                  <a:srgbClr val="000000"/>
                </a:solidFill>
                <a:latin typeface="Gill Sans MT"/>
              </a:rPr>
              <a:t>VS Code and Git/GitHub</a:t>
            </a:r>
            <a:endParaRPr b="0" lang="en-US" sz="1700" spc="-1" strike="noStrike">
              <a:solidFill>
                <a:srgbClr val="000000"/>
              </a:solidFill>
              <a:latin typeface="Gill Sans MT"/>
            </a:endParaRPr>
          </a:p>
          <a:p>
            <a:pPr marL="171360" indent="-171000">
              <a:lnSpc>
                <a:spcPct val="120000"/>
              </a:lnSpc>
              <a:spcBef>
                <a:spcPts val="751"/>
              </a:spcBef>
              <a:spcAft>
                <a:spcPts val="799"/>
              </a:spcAft>
              <a:buClr>
                <a:srgbClr val="b71e42"/>
              </a:buClr>
              <a:buFont typeface="Arial"/>
              <a:buChar char="•"/>
            </a:pPr>
            <a:r>
              <a:rPr b="0" lang="en-US" sz="1700" spc="-1" strike="noStrike">
                <a:solidFill>
                  <a:srgbClr val="000000"/>
                </a:solidFill>
                <a:latin typeface="Gill Sans MT"/>
              </a:rPr>
              <a:t>• </a:t>
            </a:r>
            <a:r>
              <a:rPr b="0" lang="en-US" sz="1700" spc="-1" strike="noStrike">
                <a:solidFill>
                  <a:srgbClr val="000000"/>
                </a:solidFill>
                <a:latin typeface="Gill Sans MT"/>
              </a:rPr>
              <a:t>Tailwind CSS and shadcn/ui</a:t>
            </a:r>
            <a:endParaRPr b="0" lang="en-US" sz="1700" spc="-1" strike="noStrike">
              <a:solidFill>
                <a:srgbClr val="000000"/>
              </a:solidFill>
              <a:latin typeface="Gill Sans MT"/>
            </a:endParaRPr>
          </a:p>
          <a:p>
            <a:pPr marL="171360" indent="-171000">
              <a:lnSpc>
                <a:spcPct val="120000"/>
              </a:lnSpc>
              <a:spcBef>
                <a:spcPts val="751"/>
              </a:spcBef>
              <a:spcAft>
                <a:spcPts val="799"/>
              </a:spcAft>
              <a:buClr>
                <a:srgbClr val="b71e42"/>
              </a:buClr>
              <a:buFont typeface="Arial"/>
              <a:buChar char="•"/>
            </a:pPr>
            <a:r>
              <a:rPr b="0" lang="en-US" sz="1700" spc="-1" strike="noStrike">
                <a:solidFill>
                  <a:srgbClr val="000000"/>
                </a:solidFill>
                <a:latin typeface="Gill Sans MT"/>
              </a:rPr>
              <a:t>• </a:t>
            </a:r>
            <a:r>
              <a:rPr b="0" lang="en-US" sz="1700" spc="-1" strike="noStrike">
                <a:solidFill>
                  <a:srgbClr val="000000"/>
                </a:solidFill>
                <a:latin typeface="Gill Sans MT"/>
              </a:rPr>
              <a:t>Leaflet, Cloudinary and Postman</a:t>
            </a:r>
            <a:endParaRPr b="0" lang="en-US" sz="1700" spc="-1" strike="noStrike">
              <a:solidFill>
                <a:srgbClr val="000000"/>
              </a:solidFill>
              <a:latin typeface="Gill Sans MT"/>
            </a:endParaRPr>
          </a:p>
          <a:p>
            <a:pPr marL="171360" indent="-171000">
              <a:lnSpc>
                <a:spcPct val="120000"/>
              </a:lnSpc>
              <a:spcBef>
                <a:spcPts val="751"/>
              </a:spcBef>
              <a:spcAft>
                <a:spcPts val="799"/>
              </a:spcAft>
              <a:buClr>
                <a:srgbClr val="b71e42"/>
              </a:buClr>
              <a:buFont typeface="Arial"/>
              <a:buChar char="•"/>
            </a:pPr>
            <a:r>
              <a:rPr b="0" lang="en-US" sz="1700" spc="-1" strike="noStrike">
                <a:solidFill>
                  <a:srgbClr val="000000"/>
                </a:solidFill>
                <a:latin typeface="Gill Sans MT"/>
              </a:rPr>
              <a:t>• </a:t>
            </a:r>
            <a:r>
              <a:rPr b="0" lang="en-US" sz="1700" spc="-1" strike="noStrike">
                <a:solidFill>
                  <a:srgbClr val="000000"/>
                </a:solidFill>
                <a:latin typeface="Gill Sans MT"/>
              </a:rPr>
              <a:t>Modern Web Browser</a:t>
            </a:r>
            <a:endParaRPr b="0" lang="en-US" sz="17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p:timing>
    <p:tnLst>
      <p:par>
        <p:cTn id="13" dur="indefinite" restart="never" nodeType="tmRoot">
          <p:childTnLst>
            <p:seq>
              <p:cTn id="1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Shape 1"/>
          <p:cNvSpPr txBox="1"/>
          <p:nvPr/>
        </p:nvSpPr>
        <p:spPr>
          <a:xfrm>
            <a:off x="1443600" y="804600"/>
            <a:ext cx="6571080" cy="104904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>
              <a:lnSpc>
                <a:spcPct val="90000"/>
              </a:lnSpc>
              <a:spcAft>
                <a:spcPts val="601"/>
              </a:spcAft>
            </a:pPr>
            <a:r>
              <a:rPr b="0" lang="en-US" sz="2400" spc="-1" strike="noStrike" cap="all">
                <a:solidFill>
                  <a:srgbClr val="000000"/>
                </a:solidFill>
                <a:latin typeface="Gill Sans MT"/>
              </a:rPr>
              <a:t>Work Progress</a:t>
            </a:r>
            <a:endParaRPr b="0" lang="en-US" sz="24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54" name="TextShape 2"/>
          <p:cNvSpPr txBox="1"/>
          <p:nvPr/>
        </p:nvSpPr>
        <p:spPr>
          <a:xfrm>
            <a:off x="1443600" y="2015640"/>
            <a:ext cx="6571080" cy="34502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171360" indent="-171000">
              <a:lnSpc>
                <a:spcPct val="120000"/>
              </a:lnSpc>
              <a:spcAft>
                <a:spcPts val="799"/>
              </a:spcAft>
              <a:buClr>
                <a:srgbClr val="b71e42"/>
              </a:buClr>
              <a:buFont typeface="Arial"/>
              <a:buChar char="•"/>
            </a:pPr>
            <a:r>
              <a:rPr b="0" lang="en-US" sz="1700" spc="-1" strike="noStrike">
                <a:solidFill>
                  <a:srgbClr val="000000"/>
                </a:solidFill>
                <a:latin typeface="Gill Sans MT"/>
              </a:rPr>
              <a:t>1. Requirement Analysis &amp; Architecture Design — Completed</a:t>
            </a:r>
            <a:endParaRPr b="0" lang="en-US" sz="1700" spc="-1" strike="noStrike">
              <a:solidFill>
                <a:srgbClr val="000000"/>
              </a:solidFill>
              <a:latin typeface="Gill Sans MT"/>
            </a:endParaRPr>
          </a:p>
          <a:p>
            <a:pPr marL="171360" indent="-171000">
              <a:lnSpc>
                <a:spcPct val="120000"/>
              </a:lnSpc>
              <a:spcBef>
                <a:spcPts val="751"/>
              </a:spcBef>
              <a:spcAft>
                <a:spcPts val="799"/>
              </a:spcAft>
              <a:buClr>
                <a:srgbClr val="b71e42"/>
              </a:buClr>
              <a:buFont typeface="Arial"/>
              <a:buChar char="•"/>
            </a:pPr>
            <a:r>
              <a:rPr b="0" lang="en-US" sz="1700" spc="-1" strike="noStrike">
                <a:solidFill>
                  <a:srgbClr val="000000"/>
                </a:solidFill>
                <a:latin typeface="Gill Sans MT"/>
              </a:rPr>
              <a:t>2. React Frontend &amp; Role-Based UI — Completed</a:t>
            </a:r>
            <a:endParaRPr b="0" lang="en-US" sz="1700" spc="-1" strike="noStrike">
              <a:solidFill>
                <a:srgbClr val="000000"/>
              </a:solidFill>
              <a:latin typeface="Gill Sans MT"/>
            </a:endParaRPr>
          </a:p>
          <a:p>
            <a:pPr marL="171360" indent="-171000">
              <a:lnSpc>
                <a:spcPct val="120000"/>
              </a:lnSpc>
              <a:spcBef>
                <a:spcPts val="751"/>
              </a:spcBef>
              <a:spcAft>
                <a:spcPts val="799"/>
              </a:spcAft>
              <a:buClr>
                <a:srgbClr val="b71e42"/>
              </a:buClr>
              <a:buFont typeface="Arial"/>
              <a:buChar char="•"/>
            </a:pPr>
            <a:r>
              <a:rPr b="0" lang="en-US" sz="1700" spc="-1" strike="noStrike">
                <a:solidFill>
                  <a:srgbClr val="000000"/>
                </a:solidFill>
                <a:latin typeface="Gill Sans MT"/>
              </a:rPr>
              <a:t>3. Backend APIs &amp; MongoDB Integration — Completed</a:t>
            </a:r>
            <a:endParaRPr b="0" lang="en-US" sz="1700" spc="-1" strike="noStrike">
              <a:solidFill>
                <a:srgbClr val="000000"/>
              </a:solidFill>
              <a:latin typeface="Gill Sans MT"/>
            </a:endParaRPr>
          </a:p>
          <a:p>
            <a:pPr marL="171360" indent="-171000">
              <a:lnSpc>
                <a:spcPct val="120000"/>
              </a:lnSpc>
              <a:spcBef>
                <a:spcPts val="751"/>
              </a:spcBef>
              <a:spcAft>
                <a:spcPts val="799"/>
              </a:spcAft>
              <a:buClr>
                <a:srgbClr val="b71e42"/>
              </a:buClr>
              <a:buFont typeface="Arial"/>
              <a:buChar char="•"/>
            </a:pPr>
            <a:r>
              <a:rPr b="0" lang="en-US" sz="1700" spc="-1" strike="noStrike">
                <a:solidFill>
                  <a:srgbClr val="000000"/>
                </a:solidFill>
                <a:latin typeface="Gill Sans MT"/>
              </a:rPr>
              <a:t>4. JWT Authentication &amp; OTP Verification — Completed</a:t>
            </a:r>
            <a:endParaRPr b="0" lang="en-US" sz="1700" spc="-1" strike="noStrike">
              <a:solidFill>
                <a:srgbClr val="000000"/>
              </a:solidFill>
              <a:latin typeface="Gill Sans MT"/>
            </a:endParaRPr>
          </a:p>
          <a:p>
            <a:pPr marL="171360" indent="-171000">
              <a:lnSpc>
                <a:spcPct val="120000"/>
              </a:lnSpc>
              <a:spcBef>
                <a:spcPts val="751"/>
              </a:spcBef>
              <a:spcAft>
                <a:spcPts val="799"/>
              </a:spcAft>
              <a:buClr>
                <a:srgbClr val="b71e42"/>
              </a:buClr>
              <a:buFont typeface="Arial"/>
              <a:buChar char="•"/>
            </a:pPr>
            <a:r>
              <a:rPr b="0" lang="en-US" sz="1700" spc="-1" strike="noStrike">
                <a:solidFill>
                  <a:srgbClr val="000000"/>
                </a:solidFill>
                <a:latin typeface="Gill Sans MT"/>
              </a:rPr>
              <a:t>5. Complaint Workflow, Maps &amp; Image Upload — Completed</a:t>
            </a:r>
            <a:endParaRPr b="0" lang="en-US" sz="1700" spc="-1" strike="noStrike">
              <a:solidFill>
                <a:srgbClr val="000000"/>
              </a:solidFill>
              <a:latin typeface="Gill Sans MT"/>
            </a:endParaRPr>
          </a:p>
          <a:p>
            <a:pPr marL="171360" indent="-171000">
              <a:lnSpc>
                <a:spcPct val="120000"/>
              </a:lnSpc>
              <a:spcBef>
                <a:spcPts val="751"/>
              </a:spcBef>
              <a:spcAft>
                <a:spcPts val="799"/>
              </a:spcAft>
              <a:buClr>
                <a:srgbClr val="b71e42"/>
              </a:buClr>
              <a:buFont typeface="Arial"/>
              <a:buChar char="•"/>
            </a:pPr>
            <a:r>
              <a:rPr b="0" lang="en-US" sz="1700" spc="-1" strike="noStrike">
                <a:solidFill>
                  <a:srgbClr val="000000"/>
                </a:solidFill>
                <a:latin typeface="Gill Sans MT"/>
              </a:rPr>
              <a:t>6. Notifications, Upvoting &amp; Analytics — Completed</a:t>
            </a:r>
            <a:endParaRPr b="0" lang="en-US" sz="1700" spc="-1" strike="noStrike">
              <a:solidFill>
                <a:srgbClr val="000000"/>
              </a:solidFill>
              <a:latin typeface="Gill Sans MT"/>
            </a:endParaRPr>
          </a:p>
          <a:p>
            <a:pPr marL="171360" indent="-171000">
              <a:lnSpc>
                <a:spcPct val="120000"/>
              </a:lnSpc>
              <a:spcBef>
                <a:spcPts val="751"/>
              </a:spcBef>
              <a:spcAft>
                <a:spcPts val="799"/>
              </a:spcAft>
              <a:buClr>
                <a:srgbClr val="b71e42"/>
              </a:buClr>
              <a:buFont typeface="Arial"/>
              <a:buChar char="•"/>
            </a:pPr>
            <a:r>
              <a:rPr b="0" lang="en-US" sz="1700" spc="-1" strike="noStrike">
                <a:solidFill>
                  <a:srgbClr val="000000"/>
                </a:solidFill>
                <a:latin typeface="Gill Sans MT"/>
              </a:rPr>
              <a:t>7. Testing, Debugging &amp; Documentation — Ongoing</a:t>
            </a:r>
            <a:endParaRPr b="0" lang="en-US" sz="1700" spc="-1" strike="noStrike">
              <a:solidFill>
                <a:srgbClr val="000000"/>
              </a:solidFill>
              <a:latin typeface="Gill Sans MT"/>
            </a:endParaRPr>
          </a:p>
          <a:p>
            <a:pPr>
              <a:lnSpc>
                <a:spcPct val="120000"/>
              </a:lnSpc>
              <a:spcBef>
                <a:spcPts val="751"/>
              </a:spcBef>
              <a:spcAft>
                <a:spcPts val="799"/>
              </a:spcAft>
            </a:pPr>
            <a:endParaRPr b="0" lang="en-US" sz="1700" spc="-1" strike="noStrike">
              <a:solidFill>
                <a:srgbClr val="000000"/>
              </a:solidFill>
              <a:latin typeface="Gill Sans MT"/>
            </a:endParaRPr>
          </a:p>
          <a:p>
            <a:pPr marL="171360" indent="-171000">
              <a:lnSpc>
                <a:spcPct val="120000"/>
              </a:lnSpc>
              <a:spcBef>
                <a:spcPts val="751"/>
              </a:spcBef>
              <a:spcAft>
                <a:spcPts val="799"/>
              </a:spcAft>
              <a:buClr>
                <a:srgbClr val="b71e42"/>
              </a:buClr>
              <a:buFont typeface="Arial"/>
              <a:buChar char="•"/>
            </a:pPr>
            <a:r>
              <a:rPr b="0" lang="en-US" sz="1700" spc="-1" strike="noStrike">
                <a:solidFill>
                  <a:srgbClr val="000000"/>
                </a:solidFill>
                <a:latin typeface="Gill Sans MT"/>
              </a:rPr>
              <a:t>Demo Features: Role-based dashboards, complaint registration, location tracking, image uploads, notifications, escalation and audit trail.</a:t>
            </a:r>
            <a:endParaRPr b="0" lang="en-US" sz="17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p:timing>
    <p:tnLst>
      <p:par>
        <p:cTn id="15" dur="indefinite" restart="never" nodeType="tmRoot">
          <p:childTnLst>
            <p:seq>
              <p:cTn id="1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Shape 1"/>
          <p:cNvSpPr txBox="1"/>
          <p:nvPr/>
        </p:nvSpPr>
        <p:spPr>
          <a:xfrm>
            <a:off x="1656000" y="319320"/>
            <a:ext cx="6571800" cy="104868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>
              <a:lnSpc>
                <a:spcPct val="90000"/>
              </a:lnSpc>
              <a:spcAft>
                <a:spcPts val="601"/>
              </a:spcAft>
            </a:pPr>
            <a:r>
              <a:rPr b="0" lang="en-US" sz="2800" spc="-1" strike="noStrike" cap="all">
                <a:solidFill>
                  <a:srgbClr val="000000"/>
                </a:solidFill>
                <a:latin typeface="Gill Sans MT"/>
              </a:rPr>
              <a:t>Panchayat - Application Screenshots</a:t>
            </a:r>
            <a:endParaRPr b="0" lang="en-US" sz="28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p:timing>
    <p:tnLst>
      <p:par>
        <p:cTn id="17" dur="indefinite" restart="never" nodeType="tmRoot">
          <p:childTnLst>
            <p:seq>
              <p:cTn id="1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Shape 1"/>
          <p:cNvSpPr txBox="1"/>
          <p:nvPr/>
        </p:nvSpPr>
        <p:spPr>
          <a:xfrm>
            <a:off x="1443600" y="804600"/>
            <a:ext cx="6571080" cy="104904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>
              <a:lnSpc>
                <a:spcPct val="90000"/>
              </a:lnSpc>
              <a:spcAft>
                <a:spcPts val="601"/>
              </a:spcAft>
            </a:pPr>
            <a:r>
              <a:rPr b="0" lang="en-US" sz="2400" spc="-1" strike="noStrike" cap="all">
                <a:solidFill>
                  <a:srgbClr val="000000"/>
                </a:solidFill>
                <a:latin typeface="Gill Sans MT"/>
              </a:rPr>
              <a:t>References</a:t>
            </a:r>
            <a:endParaRPr b="0" lang="en-US" sz="24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57" name="TextShape 2"/>
          <p:cNvSpPr txBox="1"/>
          <p:nvPr/>
        </p:nvSpPr>
        <p:spPr>
          <a:xfrm>
            <a:off x="1443600" y="2015640"/>
            <a:ext cx="6571080" cy="345024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marL="171360" indent="-171000">
              <a:lnSpc>
                <a:spcPct val="120000"/>
              </a:lnSpc>
              <a:spcAft>
                <a:spcPts val="799"/>
              </a:spcAft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1. Panchayat Project — MERN source code and implementation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marL="171360" indent="-171000">
              <a:lnSpc>
                <a:spcPct val="120000"/>
              </a:lnSpc>
              <a:spcBef>
                <a:spcPts val="751"/>
              </a:spcBef>
              <a:spcAft>
                <a:spcPts val="799"/>
              </a:spcAft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2. React Official Documentation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marL="171360" indent="-171000">
              <a:lnSpc>
                <a:spcPct val="120000"/>
              </a:lnSpc>
              <a:spcBef>
                <a:spcPts val="751"/>
              </a:spcBef>
              <a:spcAft>
                <a:spcPts val="799"/>
              </a:spcAft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3. Node.js and Express.js Documentation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marL="171360" indent="-171000">
              <a:lnSpc>
                <a:spcPct val="120000"/>
              </a:lnSpc>
              <a:spcBef>
                <a:spcPts val="751"/>
              </a:spcBef>
              <a:spcAft>
                <a:spcPts val="799"/>
              </a:spcAft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4. MongoDB Official Documentation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marL="171360" indent="-171000">
              <a:lnSpc>
                <a:spcPct val="120000"/>
              </a:lnSpc>
              <a:spcBef>
                <a:spcPts val="751"/>
              </a:spcBef>
              <a:spcAft>
                <a:spcPts val="799"/>
              </a:spcAft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5. Tailwind CSS and shadcn/ui Documentation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marL="171360" indent="-171000">
              <a:lnSpc>
                <a:spcPct val="120000"/>
              </a:lnSpc>
              <a:spcBef>
                <a:spcPts val="751"/>
              </a:spcBef>
              <a:spcAft>
                <a:spcPts val="799"/>
              </a:spcAft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6. Leaflet Documentation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marL="171360" indent="-171000">
              <a:lnSpc>
                <a:spcPct val="120000"/>
              </a:lnSpc>
              <a:spcBef>
                <a:spcPts val="751"/>
              </a:spcBef>
              <a:spcAft>
                <a:spcPts val="799"/>
              </a:spcAft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7. Cloudinary Documentation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p:timing>
    <p:tnLst>
      <p:par>
        <p:cTn id="19" dur="indefinite" restart="never" nodeType="tmRoot">
          <p:childTnLst>
            <p:seq>
              <p:cTn id="2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102</TotalTime>
  <Application>LibreOffice/6.0.7.3$Linux_X86_64 LibreOffice_project/00m0$Build-3</Application>
  <Words>379</Words>
  <Paragraphs>74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2026-08-17T14:32:38Z</dcterms:modified>
  <cp:revision>9</cp:revision>
  <dc:subject/>
  <dc:title>College Chatbot AI (CampusAI)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10</vt:i4>
  </property>
</Properties>
</file>